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fa4f401f554025" /><Relationship Type="http://schemas.openxmlformats.org/officeDocument/2006/relationships/extended-properties" Target="/docProps/app.xml" Id="R9a5303edabe14ba0" /><Relationship Type="http://schemas.openxmlformats.org/officeDocument/2006/relationships/officeDocument" Target="/ppt/presentation.xml" Id="R02164bfe2fc442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f15cecdf2a4035"/>
  </p:sldMasterIdLst>
  <p:notesMasterIdLst>
    <p:notesMasterId xmlns:r="http://schemas.openxmlformats.org/officeDocument/2006/relationships" r:id="R4b87e4e800e84d60"/>
  </p:notesMasterIdLst>
  <p:sldIdLst>
    <p:sldId xmlns:r="http://schemas.openxmlformats.org/officeDocument/2006/relationships" id="256" r:id="R312b2f81f9ad4fb0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12a36c3aef4af7" /><Relationship Type="http://schemas.openxmlformats.org/officeDocument/2006/relationships/slideMaster" Target="/ppt/slideMasters/slideMaster1.xml" Id="Rc2f15cecdf2a4035" /><Relationship Type="http://schemas.openxmlformats.org/officeDocument/2006/relationships/notesMaster" Target="/ppt/notesMasters/notesMaster1.xml" Id="R4b87e4e800e84d60" /><Relationship Type="http://schemas.openxmlformats.org/officeDocument/2006/relationships/presProps" Target="/ppt/presProps.xml" Id="R797c6b97f9004acf" /><Relationship Type="http://schemas.openxmlformats.org/officeDocument/2006/relationships/tableStyles" Target="/ppt/tableStyles.xml" Id="Rb359bc6e45404b2c" /><Relationship Type="http://schemas.openxmlformats.org/officeDocument/2006/relationships/slide" Target="/ppt/slides/slide1.xml" Id="R312b2f81f9ad4f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e2b2e22d074e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5852675a3c4460" /><Relationship Type="http://schemas.openxmlformats.org/officeDocument/2006/relationships/notesMaster" Target="/ppt/notesMasters/notesMaster1.xml" Id="R39c28c48813f48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27b7d4362d4d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207fb977d34b1a" /><Relationship Type="http://schemas.openxmlformats.org/officeDocument/2006/relationships/slideLayout" Target="/ppt/slideLayouts/slideLayout1.xml" Id="Rab2b1c68be504b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2b1c68be504b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43154ba584d7e" /><Relationship Type="http://schemas.openxmlformats.org/officeDocument/2006/relationships/notesSlide" Target="/ppt/notesSlides/notesSlide1.xml" Id="R0f2d9671cf114d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overview-eyebrow">
            <a:extLst xmlns:a="http://schemas.openxmlformats.org/drawingml/2006/main">
              <a:ext uri="{FF2B5EF4-FFF2-40B4-BE49-F238E27FC236}">
                <a16:creationId xmlns:a16="http://schemas.microsoft.com/office/drawing/2014/main" id="{ADCCC22E-C3DE-429F-B4B3-0BD691FD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266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REFERENCE IMPLEMENTATION</a:t>
            </a:r>
          </a:p>
        </p:txBody>
      </p:sp>
      <p:sp>
        <p:nvSpPr>
          <p:cNvPr id="2" name="overview-takeaway">
            <a:extLst xmlns:a="http://schemas.openxmlformats.org/drawingml/2006/main">
              <a:ext uri="{FF2B5EF4-FFF2-40B4-BE49-F238E27FC236}">
                <a16:creationId xmlns:a16="http://schemas.microsoft.com/office/drawing/2014/main" id="{39E1D85B-299B-408F-8A2A-FA7BA5A8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2387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How the governed review queue is constructed</a:t>
            </a:r>
          </a:p>
        </p:txBody>
      </p:sp>
      <p:sp>
        <p:nvSpPr>
          <p:cNvPr id="3" name="overview-subtitle">
            <a:extLst xmlns:a="http://schemas.openxmlformats.org/drawingml/2006/main">
              <a:ext uri="{FF2B5EF4-FFF2-40B4-BE49-F238E27FC236}">
                <a16:creationId xmlns:a16="http://schemas.microsoft.com/office/drawing/2014/main" id="{53BEE577-E3BC-4818-9FF5-9F30CDE1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9525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One ranked candidate pool, one fixed capacity, and an explicit record of how every slot was assigned.</a:t>
            </a:r>
          </a:p>
        </p:txBody>
      </p:sp>
      <p:sp>
        <p:nvSpPr>
          <p:cNvPr id="4" name="overview-divider">
            <a:extLst xmlns:a="http://schemas.openxmlformats.org/drawingml/2006/main">
              <a:ext uri="{FF2B5EF4-FFF2-40B4-BE49-F238E27FC236}">
                <a16:creationId xmlns:a16="http://schemas.microsoft.com/office/drawing/2014/main" id="{F3094B99-C594-4A9A-B4AE-D2FE33CA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139065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5" name="input-to-rank-arrow">
            <a:extLst xmlns:a="http://schemas.openxmlformats.org/drawingml/2006/main">
              <a:ext uri="{FF2B5EF4-FFF2-40B4-BE49-F238E27FC236}">
                <a16:creationId xmlns:a16="http://schemas.microsoft.com/office/drawing/2014/main" id="{0D78A919-D039-495F-B3E6-CCC2D99E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43175" y="32194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ank-to-allocation-arrow">
            <a:extLst xmlns:a="http://schemas.openxmlformats.org/drawingml/2006/main">
              <a:ext uri="{FF2B5EF4-FFF2-40B4-BE49-F238E27FC236}">
                <a16:creationId xmlns:a16="http://schemas.microsoft.com/office/drawing/2014/main" id="{A43720BD-DD73-4F28-9F53-57593718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6800" y="32194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llocation-to-result-arrow">
            <a:extLst xmlns:a="http://schemas.openxmlformats.org/drawingml/2006/main">
              <a:ext uri="{FF2B5EF4-FFF2-40B4-BE49-F238E27FC236}">
                <a16:creationId xmlns:a16="http://schemas.microsoft.com/office/drawing/2014/main" id="{D908BB9F-FBC6-4DF8-907C-DEAE5A60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2194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input-heading">
            <a:extLst xmlns:a="http://schemas.openxmlformats.org/drawingml/2006/main">
              <a:ext uri="{FF2B5EF4-FFF2-40B4-BE49-F238E27FC236}">
                <a16:creationId xmlns:a16="http://schemas.microsoft.com/office/drawing/2014/main" id="{E63580C9-F2A2-4D08-AFDD-FB73BA3C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169545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 records</a:t>
            </a:r>
          </a:p>
        </p:txBody>
      </p:sp>
      <p:sp>
        <p:nvSpPr>
          <p:cNvPr id="9" name="input-caption">
            <a:extLst xmlns:a="http://schemas.openxmlformats.org/drawingml/2006/main">
              <a:ext uri="{FF2B5EF4-FFF2-40B4-BE49-F238E27FC236}">
                <a16:creationId xmlns:a16="http://schemas.microsoft.com/office/drawing/2014/main" id="{7768C338-0643-4E8F-88C8-B1A24C12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2076450"/>
            <a:ext cx="1943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Python mappings or synthetic CSV</a:t>
            </a:r>
          </a:p>
        </p:txBody>
      </p:sp>
      <p:sp>
        <p:nvSpPr>
          <p:cNvPr id="10" name="candidate-records-sheet">
            <a:extLst xmlns:a="http://schemas.openxmlformats.org/drawingml/2006/main">
              <a:ext uri="{FF2B5EF4-FFF2-40B4-BE49-F238E27FC236}">
                <a16:creationId xmlns:a16="http://schemas.microsoft.com/office/drawing/2014/main" id="{A50905A8-25FC-456D-AA92-2D950AF3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476500"/>
            <a:ext cx="1714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11" name="candidate-records-header">
            <a:extLst xmlns:a="http://schemas.openxmlformats.org/drawingml/2006/main">
              <a:ext uri="{FF2B5EF4-FFF2-40B4-BE49-F238E27FC236}">
                <a16:creationId xmlns:a16="http://schemas.microsoft.com/office/drawing/2014/main" id="{8D184729-AD19-4138-B3C7-5D54AFF0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476500"/>
            <a:ext cx="171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12" name="candidate-id-header">
            <a:extLst xmlns:a="http://schemas.openxmlformats.org/drawingml/2006/main">
              <a:ext uri="{FF2B5EF4-FFF2-40B4-BE49-F238E27FC236}">
                <a16:creationId xmlns:a16="http://schemas.microsoft.com/office/drawing/2014/main" id="{9E4929D7-BB83-4791-AC44-C5B32E88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5146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13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BB84CD29-5EFF-4C1B-8149-2B204641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2514600"/>
            <a:ext cx="495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4" name="candidate-token-1">
            <a:extLst xmlns:a="http://schemas.openxmlformats.org/drawingml/2006/main">
              <a:ext uri="{FF2B5EF4-FFF2-40B4-BE49-F238E27FC236}">
                <a16:creationId xmlns:a16="http://schemas.microsoft.com/office/drawing/2014/main" id="{0E39E486-5497-4A09-9BBE-E365344F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9527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andidate-id-1">
            <a:extLst xmlns:a="http://schemas.openxmlformats.org/drawingml/2006/main">
              <a:ext uri="{FF2B5EF4-FFF2-40B4-BE49-F238E27FC236}">
                <a16:creationId xmlns:a16="http://schemas.microsoft.com/office/drawing/2014/main" id="{6241B37C-F335-4C83-8EE2-DC1185A5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9146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16" name="candidate-score-1">
            <a:extLst xmlns:a="http://schemas.openxmlformats.org/drawingml/2006/main">
              <a:ext uri="{FF2B5EF4-FFF2-40B4-BE49-F238E27FC236}">
                <a16:creationId xmlns:a16="http://schemas.microsoft.com/office/drawing/2014/main" id="{F76F344A-2D5C-400D-B1D2-0F413FE6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3075" y="291465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17" name="candidate-row-line-1">
            <a:extLst xmlns:a="http://schemas.openxmlformats.org/drawingml/2006/main">
              <a:ext uri="{FF2B5EF4-FFF2-40B4-BE49-F238E27FC236}">
                <a16:creationId xmlns:a16="http://schemas.microsoft.com/office/drawing/2014/main" id="{9113B5A4-D455-4D16-9BAF-798DEAB6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267075"/>
            <a:ext cx="1485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8" name="candidate-token-2">
            <a:extLst xmlns:a="http://schemas.openxmlformats.org/drawingml/2006/main">
              <a:ext uri="{FF2B5EF4-FFF2-40B4-BE49-F238E27FC236}">
                <a16:creationId xmlns:a16="http://schemas.microsoft.com/office/drawing/2014/main" id="{3BD2F463-B6B3-4802-82F5-9C9D1282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333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9" name="candidate-id-2">
            <a:extLst xmlns:a="http://schemas.openxmlformats.org/drawingml/2006/main">
              <a:ext uri="{FF2B5EF4-FFF2-40B4-BE49-F238E27FC236}">
                <a16:creationId xmlns:a16="http://schemas.microsoft.com/office/drawing/2014/main" id="{FE7E449F-4764-433D-BA2D-BCE31CC0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2956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20" name="candidate-score-2">
            <a:extLst xmlns:a="http://schemas.openxmlformats.org/drawingml/2006/main">
              <a:ext uri="{FF2B5EF4-FFF2-40B4-BE49-F238E27FC236}">
                <a16:creationId xmlns:a16="http://schemas.microsoft.com/office/drawing/2014/main" id="{960BA1AD-7BFC-4BA9-923B-F5B235DE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3075" y="329565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1" name="candidate-row-line-2">
            <a:extLst xmlns:a="http://schemas.openxmlformats.org/drawingml/2006/main">
              <a:ext uri="{FF2B5EF4-FFF2-40B4-BE49-F238E27FC236}">
                <a16:creationId xmlns:a16="http://schemas.microsoft.com/office/drawing/2014/main" id="{C1A4A920-27AA-47F6-A539-73EE1BAC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648075"/>
            <a:ext cx="14859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2" name="candidate-token-3">
            <a:extLst xmlns:a="http://schemas.openxmlformats.org/drawingml/2006/main">
              <a:ext uri="{FF2B5EF4-FFF2-40B4-BE49-F238E27FC236}">
                <a16:creationId xmlns:a16="http://schemas.microsoft.com/office/drawing/2014/main" id="{EA95DFA1-3B72-475E-AF3A-3BBFD070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71475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3" name="candidate-id-3">
            <a:extLst xmlns:a="http://schemas.openxmlformats.org/drawingml/2006/main">
              <a:ext uri="{FF2B5EF4-FFF2-40B4-BE49-F238E27FC236}">
                <a16:creationId xmlns:a16="http://schemas.microsoft.com/office/drawing/2014/main" id="{70853979-6F1F-40C9-9828-C1C7FD69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6766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24" name="candidate-score-3">
            <a:extLst xmlns:a="http://schemas.openxmlformats.org/drawingml/2006/main">
              <a:ext uri="{FF2B5EF4-FFF2-40B4-BE49-F238E27FC236}">
                <a16:creationId xmlns:a16="http://schemas.microsoft.com/office/drawing/2014/main" id="{3729C8C0-587D-40A8-A04A-E52D2BAD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3075" y="367665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5" name="ranking-heading">
            <a:extLst xmlns:a="http://schemas.openxmlformats.org/drawingml/2006/main">
              <a:ext uri="{FF2B5EF4-FFF2-40B4-BE49-F238E27FC236}">
                <a16:creationId xmlns:a16="http://schemas.microsoft.com/office/drawing/2014/main" id="{B0DC870E-B379-4792-BDEA-05369FA7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1800" y="16954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Stable ranking</a:t>
            </a:r>
          </a:p>
        </p:txBody>
      </p:sp>
      <p:sp>
        <p:nvSpPr>
          <p:cNvPr id="26" name="ranking-score-caption">
            <a:extLst xmlns:a="http://schemas.openxmlformats.org/drawingml/2006/main">
              <a:ext uri="{FF2B5EF4-FFF2-40B4-BE49-F238E27FC236}">
                <a16:creationId xmlns:a16="http://schemas.microsoft.com/office/drawing/2014/main" id="{48041A2A-436E-4281-8DED-12CB9387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1800" y="2038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417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637077"/>
                </a:solidFill>
                <a:latin typeface="Courier New"/>
                <a:ea typeface="Courier New"/>
                <a:cs typeface="Courier New"/>
              </a:rPr>
              <a:t>global_score descending</a:t>
            </a:r>
          </a:p>
        </p:txBody>
      </p:sp>
      <p:sp>
        <p:nvSpPr>
          <p:cNvPr id="27" name="rank-number-1">
            <a:extLst xmlns:a="http://schemas.openxmlformats.org/drawingml/2006/main">
              <a:ext uri="{FF2B5EF4-FFF2-40B4-BE49-F238E27FC236}">
                <a16:creationId xmlns:a16="http://schemas.microsoft.com/office/drawing/2014/main" id="{118F8698-5ED0-4E80-B622-EFAB7F09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6098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rank-row-1">
            <a:extLst xmlns:a="http://schemas.openxmlformats.org/drawingml/2006/main">
              <a:ext uri="{FF2B5EF4-FFF2-40B4-BE49-F238E27FC236}">
                <a16:creationId xmlns:a16="http://schemas.microsoft.com/office/drawing/2014/main" id="{21E3AE06-E15F-4D77-850E-3BCDB261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6098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9" name="rank-id-1">
            <a:extLst xmlns:a="http://schemas.openxmlformats.org/drawingml/2006/main">
              <a:ext uri="{FF2B5EF4-FFF2-40B4-BE49-F238E27FC236}">
                <a16:creationId xmlns:a16="http://schemas.microsoft.com/office/drawing/2014/main" id="{25ABB42B-E6D3-49EC-941D-8468276E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6193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26355F"/>
                </a:solidFill>
                <a:latin typeface="Courier New"/>
                <a:ea typeface="Courier New"/>
                <a:cs typeface="Courier New"/>
              </a:rPr>
              <a:t>A07</a:t>
            </a:r>
          </a:p>
        </p:txBody>
      </p:sp>
      <p:sp>
        <p:nvSpPr>
          <p:cNvPr id="30" name="rank-score-1">
            <a:extLst xmlns:a="http://schemas.openxmlformats.org/drawingml/2006/main">
              <a:ext uri="{FF2B5EF4-FFF2-40B4-BE49-F238E27FC236}">
                <a16:creationId xmlns:a16="http://schemas.microsoft.com/office/drawing/2014/main" id="{6428AA05-2A44-4272-8C79-598796FC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6193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0.91</a:t>
            </a:r>
          </a:p>
        </p:txBody>
      </p:sp>
      <p:sp>
        <p:nvSpPr>
          <p:cNvPr id="31" name="rank-number-2">
            <a:extLst xmlns:a="http://schemas.openxmlformats.org/drawingml/2006/main">
              <a:ext uri="{FF2B5EF4-FFF2-40B4-BE49-F238E27FC236}">
                <a16:creationId xmlns:a16="http://schemas.microsoft.com/office/drawing/2014/main" id="{AB4EE72E-3EDE-4447-A74B-C3A76DB7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0099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2" name="rank-row-2">
            <a:extLst xmlns:a="http://schemas.openxmlformats.org/drawingml/2006/main">
              <a:ext uri="{FF2B5EF4-FFF2-40B4-BE49-F238E27FC236}">
                <a16:creationId xmlns:a16="http://schemas.microsoft.com/office/drawing/2014/main" id="{A880372D-F0D5-471B-87C7-E7618990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0099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3" name="rank-id-2">
            <a:extLst xmlns:a="http://schemas.openxmlformats.org/drawingml/2006/main">
              <a:ext uri="{FF2B5EF4-FFF2-40B4-BE49-F238E27FC236}">
                <a16:creationId xmlns:a16="http://schemas.microsoft.com/office/drawing/2014/main" id="{335B7B9E-3658-456B-9A48-D8907775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0194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7FA0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257FA0"/>
                </a:solidFill>
                <a:latin typeface="Courier New"/>
                <a:ea typeface="Courier New"/>
                <a:cs typeface="Courier New"/>
              </a:rPr>
              <a:t>B12</a:t>
            </a:r>
          </a:p>
        </p:txBody>
      </p:sp>
      <p:sp>
        <p:nvSpPr>
          <p:cNvPr id="34" name="rank-score-2">
            <a:extLst xmlns:a="http://schemas.openxmlformats.org/drawingml/2006/main">
              <a:ext uri="{FF2B5EF4-FFF2-40B4-BE49-F238E27FC236}">
                <a16:creationId xmlns:a16="http://schemas.microsoft.com/office/drawing/2014/main" id="{948CD7F3-F22C-43EF-A7AC-6EA6C9C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0194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0.82</a:t>
            </a:r>
          </a:p>
        </p:txBody>
      </p:sp>
      <p:sp>
        <p:nvSpPr>
          <p:cNvPr id="35" name="rank-number-3">
            <a:extLst xmlns:a="http://schemas.openxmlformats.org/drawingml/2006/main">
              <a:ext uri="{FF2B5EF4-FFF2-40B4-BE49-F238E27FC236}">
                <a16:creationId xmlns:a16="http://schemas.microsoft.com/office/drawing/2014/main" id="{9D18C3AD-B645-418B-B767-DF24D86B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4099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6" name="rank-row-3">
            <a:extLst xmlns:a="http://schemas.openxmlformats.org/drawingml/2006/main">
              <a:ext uri="{FF2B5EF4-FFF2-40B4-BE49-F238E27FC236}">
                <a16:creationId xmlns:a16="http://schemas.microsoft.com/office/drawing/2014/main" id="{43FE878C-8FE5-4438-A401-DB918EDF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4099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7" name="rank-id-3">
            <a:extLst xmlns:a="http://schemas.openxmlformats.org/drawingml/2006/main">
              <a:ext uri="{FF2B5EF4-FFF2-40B4-BE49-F238E27FC236}">
                <a16:creationId xmlns:a16="http://schemas.microsoft.com/office/drawing/2014/main" id="{50D83F4D-0EA4-4051-9DB6-8AECD585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4194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65A8D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765A8D"/>
                </a:solidFill>
                <a:latin typeface="Courier New"/>
                <a:ea typeface="Courier New"/>
                <a:cs typeface="Courier New"/>
              </a:rPr>
              <a:t>C03</a:t>
            </a:r>
          </a:p>
        </p:txBody>
      </p:sp>
      <p:sp>
        <p:nvSpPr>
          <p:cNvPr id="38" name="rank-score-3">
            <a:extLst xmlns:a="http://schemas.openxmlformats.org/drawingml/2006/main">
              <a:ext uri="{FF2B5EF4-FFF2-40B4-BE49-F238E27FC236}">
                <a16:creationId xmlns:a16="http://schemas.microsoft.com/office/drawing/2014/main" id="{C3B773B4-3583-47F5-AEEA-FFDB1D0D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4194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0.82</a:t>
            </a:r>
          </a:p>
        </p:txBody>
      </p:sp>
      <p:sp>
        <p:nvSpPr>
          <p:cNvPr id="39" name="rank-number-4">
            <a:extLst xmlns:a="http://schemas.openxmlformats.org/drawingml/2006/main">
              <a:ext uri="{FF2B5EF4-FFF2-40B4-BE49-F238E27FC236}">
                <a16:creationId xmlns:a16="http://schemas.microsoft.com/office/drawing/2014/main" id="{2E674844-0ED5-41CA-A829-32A8DE8D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8100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0" name="rank-row-4">
            <a:extLst xmlns:a="http://schemas.openxmlformats.org/drawingml/2006/main">
              <a:ext uri="{FF2B5EF4-FFF2-40B4-BE49-F238E27FC236}">
                <a16:creationId xmlns:a16="http://schemas.microsoft.com/office/drawing/2014/main" id="{5843C673-42FF-466E-BD6E-863731B0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8100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1" name="rank-id-4">
            <a:extLst xmlns:a="http://schemas.openxmlformats.org/drawingml/2006/main">
              <a:ext uri="{FF2B5EF4-FFF2-40B4-BE49-F238E27FC236}">
                <a16:creationId xmlns:a16="http://schemas.microsoft.com/office/drawing/2014/main" id="{03EB9F05-9E6E-47F7-8F6D-A95186EE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8195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077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637077"/>
                </a:solidFill>
                <a:latin typeface="Courier New"/>
                <a:ea typeface="Courier New"/>
                <a:cs typeface="Courier New"/>
              </a:rPr>
              <a:t>D09</a:t>
            </a:r>
          </a:p>
        </p:txBody>
      </p:sp>
      <p:sp>
        <p:nvSpPr>
          <p:cNvPr id="42" name="rank-score-4">
            <a:extLst xmlns:a="http://schemas.openxmlformats.org/drawingml/2006/main">
              <a:ext uri="{FF2B5EF4-FFF2-40B4-BE49-F238E27FC236}">
                <a16:creationId xmlns:a16="http://schemas.microsoft.com/office/drawing/2014/main" id="{7CEF81A4-E00B-43FA-8B4E-AB697325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8195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172027"/>
                </a:solidFill>
                <a:latin typeface="Courier New"/>
                <a:ea typeface="Courier New"/>
                <a:cs typeface="Courier New"/>
              </a:rPr>
              <a:t>0.64</a:t>
            </a:r>
          </a:p>
        </p:txBody>
      </p:sp>
      <p:sp>
        <p:nvSpPr>
          <p:cNvPr id="43" name="stable-tie-bracket">
            <a:extLst xmlns:a="http://schemas.openxmlformats.org/drawingml/2006/main">
              <a:ext uri="{FF2B5EF4-FFF2-40B4-BE49-F238E27FC236}">
                <a16:creationId xmlns:a16="http://schemas.microsoft.com/office/drawing/2014/main" id="{B3832568-A2F7-4AB0-A943-AF597506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29150" y="3048000"/>
            <a:ext cx="9525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2CA21E-265C-4828-A872-BE2504AF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304800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F8C3A9-47FE-43BB-A160-027F559B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367665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6" name="stable-tie-label">
            <a:extLst xmlns:a="http://schemas.openxmlformats.org/drawingml/2006/main">
              <a:ext uri="{FF2B5EF4-FFF2-40B4-BE49-F238E27FC236}">
                <a16:creationId xmlns:a16="http://schemas.microsoft.com/office/drawing/2014/main" id="{9809B1AE-48FB-40A9-91F2-0A25A8C1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36766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232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stable tie</a:t>
            </a:r>
          </a:p>
        </p:txBody>
      </p:sp>
      <p:sp>
        <p:nvSpPr>
          <p:cNvPr id="47" name="ranking-tie-caption">
            <a:extLst xmlns:a="http://schemas.openxmlformats.org/drawingml/2006/main">
              <a:ext uri="{FF2B5EF4-FFF2-40B4-BE49-F238E27FC236}">
                <a16:creationId xmlns:a16="http://schemas.microsoft.com/office/drawing/2014/main" id="{1821987E-A685-4B5E-B6E7-328AF9E6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1800" y="4362450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candidate_id resolves equal scores</a:t>
            </a:r>
          </a:p>
        </p:txBody>
      </p:sp>
      <p:sp>
        <p:nvSpPr>
          <p:cNvPr id="48" name="allocation-heading">
            <a:extLst xmlns:a="http://schemas.openxmlformats.org/drawingml/2006/main">
              <a:ext uri="{FF2B5EF4-FFF2-40B4-BE49-F238E27FC236}">
                <a16:creationId xmlns:a16="http://schemas.microsoft.com/office/drawing/2014/main" id="{5C6E4BDF-E8B5-4445-829B-D20AEBFE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6954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Governed allocation</a:t>
            </a:r>
          </a:p>
        </p:txBody>
      </p:sp>
      <p:sp>
        <p:nvSpPr>
          <p:cNvPr id="49" name="allocation-caption">
            <a:extLst xmlns:a="http://schemas.openxmlformats.org/drawingml/2006/main">
              <a:ext uri="{FF2B5EF4-FFF2-40B4-BE49-F238E27FC236}">
                <a16:creationId xmlns:a16="http://schemas.microsoft.com/office/drawing/2014/main" id="{C957075F-DCCD-4679-9C7C-30B38A22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2038350"/>
            <a:ext cx="3829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Apply declared reserves, then fill from the global order</a:t>
            </a:r>
          </a:p>
        </p:txBody>
      </p:sp>
      <p:sp>
        <p:nvSpPr>
          <p:cNvPr id="50" name="policy-to-queue-arrow">
            <a:extLst xmlns:a="http://schemas.openxmlformats.org/drawingml/2006/main">
              <a:ext uri="{FF2B5EF4-FFF2-40B4-BE49-F238E27FC236}">
                <a16:creationId xmlns:a16="http://schemas.microsoft.com/office/drawing/2014/main" id="{6BF276BA-3572-4891-92D5-D95C0C12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3695700"/>
            <a:ext cx="2667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global-to-queue-arrow">
            <a:extLst xmlns:a="http://schemas.openxmlformats.org/drawingml/2006/main">
              <a:ext uri="{FF2B5EF4-FFF2-40B4-BE49-F238E27FC236}">
                <a16:creationId xmlns:a16="http://schemas.microsoft.com/office/drawing/2014/main" id="{15CEC063-3A0A-427B-AD9E-022F3951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3333750"/>
            <a:ext cx="2667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allocation-policy">
            <a:extLst xmlns:a="http://schemas.openxmlformats.org/drawingml/2006/main">
              <a:ext uri="{FF2B5EF4-FFF2-40B4-BE49-F238E27FC236}">
                <a16:creationId xmlns:a16="http://schemas.microsoft.com/office/drawing/2014/main" id="{7CBCCBFE-3291-435F-B77E-A299090A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24574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53" name="allocation-policy-name">
            <a:extLst xmlns:a="http://schemas.openxmlformats.org/drawingml/2006/main">
              <a:ext uri="{FF2B5EF4-FFF2-40B4-BE49-F238E27FC236}">
                <a16:creationId xmlns:a16="http://schemas.microsoft.com/office/drawing/2014/main" id="{CAED01A7-B60F-4B3E-9B44-B76774AD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29250" y="25527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785F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26785F"/>
                </a:solidFill>
                <a:latin typeface="Courier New"/>
                <a:ea typeface="Courier New"/>
                <a:cs typeface="Courier New"/>
              </a:rPr>
              <a:t>ReservePolicy</a:t>
            </a:r>
          </a:p>
        </p:txBody>
      </p:sp>
      <p:sp>
        <p:nvSpPr>
          <p:cNvPr id="54" name="allocation-policy-profile">
            <a:extLst xmlns:a="http://schemas.openxmlformats.org/drawingml/2006/main">
              <a:ext uri="{FF2B5EF4-FFF2-40B4-BE49-F238E27FC236}">
                <a16:creationId xmlns:a16="http://schemas.microsoft.com/office/drawing/2014/main" id="{F1454F54-9388-4985-B193-A697EF84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88607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profile</a:t>
            </a:r>
          </a:p>
        </p:txBody>
      </p:sp>
      <p:sp>
        <p:nvSpPr>
          <p:cNvPr id="55" name="allocation-policy-fraction">
            <a:extLst xmlns:a="http://schemas.openxmlformats.org/drawingml/2006/main">
              <a:ext uri="{FF2B5EF4-FFF2-40B4-BE49-F238E27FC236}">
                <a16:creationId xmlns:a16="http://schemas.microsoft.com/office/drawing/2014/main" id="{40DDE3B2-8103-4C21-968C-9F2BBCA2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316230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fraction = 0.10</a:t>
            </a:r>
          </a:p>
        </p:txBody>
      </p:sp>
      <p:sp>
        <p:nvSpPr>
          <p:cNvPr id="56" name="allocation-policy-token-1">
            <a:extLst xmlns:a="http://schemas.openxmlformats.org/drawingml/2006/main">
              <a:ext uri="{FF2B5EF4-FFF2-40B4-BE49-F238E27FC236}">
                <a16:creationId xmlns:a16="http://schemas.microsoft.com/office/drawing/2014/main" id="{0F626F80-A7D3-46AF-90EA-A769DC76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2867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57" name="allocation-policy-token-2">
            <a:extLst xmlns:a="http://schemas.openxmlformats.org/drawingml/2006/main">
              <a:ext uri="{FF2B5EF4-FFF2-40B4-BE49-F238E27FC236}">
                <a16:creationId xmlns:a16="http://schemas.microsoft.com/office/drawing/2014/main" id="{89EEDA29-C0F5-4BD2-9A73-295E38C5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86550" y="286702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58" name="allocation-policy-order">
            <a:extLst xmlns:a="http://schemas.openxmlformats.org/drawingml/2006/main">
              <a:ext uri="{FF2B5EF4-FFF2-40B4-BE49-F238E27FC236}">
                <a16:creationId xmlns:a16="http://schemas.microsoft.com/office/drawing/2014/main" id="{2469AC08-7000-4A8E-B116-AF3B538E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3400425"/>
            <a:ext cx="1314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declared order</a:t>
            </a:r>
          </a:p>
        </p:txBody>
      </p:sp>
      <p:sp>
        <p:nvSpPr>
          <p:cNvPr id="59" name="allocation-global-label">
            <a:extLst xmlns:a="http://schemas.openxmlformats.org/drawingml/2006/main">
              <a:ext uri="{FF2B5EF4-FFF2-40B4-BE49-F238E27FC236}">
                <a16:creationId xmlns:a16="http://schemas.microsoft.com/office/drawing/2014/main" id="{05159914-019A-4C99-8B6C-70EE7D69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2486025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order</a:t>
            </a:r>
          </a:p>
        </p:txBody>
      </p:sp>
      <p:sp>
        <p:nvSpPr>
          <p:cNvPr id="60" name="allocation-global-token-1">
            <a:extLst xmlns:a="http://schemas.openxmlformats.org/drawingml/2006/main">
              <a:ext uri="{FF2B5EF4-FFF2-40B4-BE49-F238E27FC236}">
                <a16:creationId xmlns:a16="http://schemas.microsoft.com/office/drawing/2014/main" id="{B475C1AB-D730-4B4F-8A97-834D7A61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8384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allocation-global-rank-1">
            <a:extLst xmlns:a="http://schemas.openxmlformats.org/drawingml/2006/main">
              <a:ext uri="{FF2B5EF4-FFF2-40B4-BE49-F238E27FC236}">
                <a16:creationId xmlns:a16="http://schemas.microsoft.com/office/drawing/2014/main" id="{EA46C947-66EB-4EEF-ACA1-73B52323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30861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2" name="allocation-global-token-2">
            <a:extLst xmlns:a="http://schemas.openxmlformats.org/drawingml/2006/main">
              <a:ext uri="{FF2B5EF4-FFF2-40B4-BE49-F238E27FC236}">
                <a16:creationId xmlns:a16="http://schemas.microsoft.com/office/drawing/2014/main" id="{AD7B099A-590D-40B9-8A1C-4DF4CED0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8384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3" name="allocation-global-rank-2">
            <a:extLst xmlns:a="http://schemas.openxmlformats.org/drawingml/2006/main">
              <a:ext uri="{FF2B5EF4-FFF2-40B4-BE49-F238E27FC236}">
                <a16:creationId xmlns:a16="http://schemas.microsoft.com/office/drawing/2014/main" id="{0EC9BC77-C1E4-4ADC-B50B-85CCE19D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30861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4" name="allocation-global-token-3">
            <a:extLst xmlns:a="http://schemas.openxmlformats.org/drawingml/2006/main">
              <a:ext uri="{FF2B5EF4-FFF2-40B4-BE49-F238E27FC236}">
                <a16:creationId xmlns:a16="http://schemas.microsoft.com/office/drawing/2014/main" id="{BAB0CE80-BE24-40CE-AB7D-DBA9C898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838450"/>
            <a:ext cx="190500" cy="1905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5" name="allocation-global-rank-3">
            <a:extLst xmlns:a="http://schemas.openxmlformats.org/drawingml/2006/main">
              <a:ext uri="{FF2B5EF4-FFF2-40B4-BE49-F238E27FC236}">
                <a16:creationId xmlns:a16="http://schemas.microsoft.com/office/drawing/2014/main" id="{0A61B881-A549-4DEB-B1C7-46DAFE22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0861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6" name="allocation-global-token-4">
            <a:extLst xmlns:a="http://schemas.openxmlformats.org/drawingml/2006/main">
              <a:ext uri="{FF2B5EF4-FFF2-40B4-BE49-F238E27FC236}">
                <a16:creationId xmlns:a16="http://schemas.microsoft.com/office/drawing/2014/main" id="{6015FC76-F5FA-495E-ADC4-399D07F7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8384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allocation-global-rank-4">
            <a:extLst xmlns:a="http://schemas.openxmlformats.org/drawingml/2006/main">
              <a:ext uri="{FF2B5EF4-FFF2-40B4-BE49-F238E27FC236}">
                <a16:creationId xmlns:a16="http://schemas.microsoft.com/office/drawing/2014/main" id="{2488C2FC-EC6C-40BD-B4A5-892C59FC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30861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8" name="allocation-global-baseline">
            <a:extLst xmlns:a="http://schemas.openxmlformats.org/drawingml/2006/main">
              <a:ext uri="{FF2B5EF4-FFF2-40B4-BE49-F238E27FC236}">
                <a16:creationId xmlns:a16="http://schemas.microsoft.com/office/drawing/2014/main" id="{46171A61-0845-4FD7-9614-7949A149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91400" y="3324225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69" name="allocation-reserved-label">
            <a:extLst xmlns:a="http://schemas.openxmlformats.org/drawingml/2006/main">
              <a:ext uri="{FF2B5EF4-FFF2-40B4-BE49-F238E27FC236}">
                <a16:creationId xmlns:a16="http://schemas.microsoft.com/office/drawing/2014/main" id="{B5855C83-E8C5-4DE0-8EFC-AB89A666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600" y="40290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reserved</a:t>
            </a:r>
          </a:p>
        </p:txBody>
      </p:sp>
      <p:sp>
        <p:nvSpPr>
          <p:cNvPr id="70" name="allocation-fill-label">
            <a:extLst xmlns:a="http://schemas.openxmlformats.org/drawingml/2006/main">
              <a:ext uri="{FF2B5EF4-FFF2-40B4-BE49-F238E27FC236}">
                <a16:creationId xmlns:a16="http://schemas.microsoft.com/office/drawing/2014/main" id="{D3D74CE1-0B3C-486E-ABE8-8001E984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4029075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fill</a:t>
            </a:r>
          </a:p>
        </p:txBody>
      </p:sp>
      <p:sp>
        <p:nvSpPr>
          <p:cNvPr id="71" name="allocation-slot-1">
            <a:extLst xmlns:a="http://schemas.openxmlformats.org/drawingml/2006/main">
              <a:ext uri="{FF2B5EF4-FFF2-40B4-BE49-F238E27FC236}">
                <a16:creationId xmlns:a16="http://schemas.microsoft.com/office/drawing/2014/main" id="{A5C044CC-B416-447A-9429-B42BB53F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91200" y="42767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2" name="allocation-slot-token-1">
            <a:extLst xmlns:a="http://schemas.openxmlformats.org/drawingml/2006/main">
              <a:ext uri="{FF2B5EF4-FFF2-40B4-BE49-F238E27FC236}">
                <a16:creationId xmlns:a16="http://schemas.microsoft.com/office/drawing/2014/main" id="{FF8579E2-8B94-4A32-9FCA-E7FEE369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3" name="allocation-slot-2">
            <a:extLst xmlns:a="http://schemas.openxmlformats.org/drawingml/2006/main">
              <a:ext uri="{FF2B5EF4-FFF2-40B4-BE49-F238E27FC236}">
                <a16:creationId xmlns:a16="http://schemas.microsoft.com/office/drawing/2014/main" id="{21DF0974-A935-4600-8461-D763412F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62675" y="42767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4" name="allocation-slot-token-2">
            <a:extLst xmlns:a="http://schemas.openxmlformats.org/drawingml/2006/main">
              <a:ext uri="{FF2B5EF4-FFF2-40B4-BE49-F238E27FC236}">
                <a16:creationId xmlns:a16="http://schemas.microsoft.com/office/drawing/2014/main" id="{28FEAB27-BF10-49BD-8D3E-8AEA7348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44100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5" name="allocation-slot-3">
            <a:extLst xmlns:a="http://schemas.openxmlformats.org/drawingml/2006/main">
              <a:ext uri="{FF2B5EF4-FFF2-40B4-BE49-F238E27FC236}">
                <a16:creationId xmlns:a16="http://schemas.microsoft.com/office/drawing/2014/main" id="{B26F5424-1220-4FFB-83A3-F0866201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42767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6" name="allocation-slot-token-3">
            <a:extLst xmlns:a="http://schemas.openxmlformats.org/drawingml/2006/main">
              <a:ext uri="{FF2B5EF4-FFF2-40B4-BE49-F238E27FC236}">
                <a16:creationId xmlns:a16="http://schemas.microsoft.com/office/drawing/2014/main" id="{555F829A-0112-4AF5-9C49-9D90EBFD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4410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allocation-slot-4">
            <a:extLst xmlns:a="http://schemas.openxmlformats.org/drawingml/2006/main">
              <a:ext uri="{FF2B5EF4-FFF2-40B4-BE49-F238E27FC236}">
                <a16:creationId xmlns:a16="http://schemas.microsoft.com/office/drawing/2014/main" id="{62F576F6-E90E-44FB-AB61-8BCF8435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42767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8" name="allocation-slot-token-4">
            <a:extLst xmlns:a="http://schemas.openxmlformats.org/drawingml/2006/main">
              <a:ext uri="{FF2B5EF4-FFF2-40B4-BE49-F238E27FC236}">
                <a16:creationId xmlns:a16="http://schemas.microsoft.com/office/drawing/2014/main" id="{255021F6-10BD-4D75-A927-99FF6E4C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9" name="allocation-slot-5">
            <a:extLst xmlns:a="http://schemas.openxmlformats.org/drawingml/2006/main">
              <a:ext uri="{FF2B5EF4-FFF2-40B4-BE49-F238E27FC236}">
                <a16:creationId xmlns:a16="http://schemas.microsoft.com/office/drawing/2014/main" id="{CA0C647D-C884-4832-AA79-515868E4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77100" y="42767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0" name="allocation-slot-token-5">
            <a:extLst xmlns:a="http://schemas.openxmlformats.org/drawingml/2006/main">
              <a:ext uri="{FF2B5EF4-FFF2-40B4-BE49-F238E27FC236}">
                <a16:creationId xmlns:a16="http://schemas.microsoft.com/office/drawing/2014/main" id="{FEA0821B-4392-4447-B3BA-202E9B8E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62825" y="4410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allocation-slot-6">
            <a:extLst xmlns:a="http://schemas.openxmlformats.org/drawingml/2006/main">
              <a:ext uri="{FF2B5EF4-FFF2-40B4-BE49-F238E27FC236}">
                <a16:creationId xmlns:a16="http://schemas.microsoft.com/office/drawing/2014/main" id="{5398257E-6DDA-4B18-8304-A4EED1BC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48575" y="42767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2" name="allocation-slot-token-6">
            <a:extLst xmlns:a="http://schemas.openxmlformats.org/drawingml/2006/main">
              <a:ext uri="{FF2B5EF4-FFF2-40B4-BE49-F238E27FC236}">
                <a16:creationId xmlns:a16="http://schemas.microsoft.com/office/drawing/2014/main" id="{33C8B3E5-8AC8-4659-A765-B0EF89C6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3" name="allocation-slot-7">
            <a:extLst xmlns:a="http://schemas.openxmlformats.org/drawingml/2006/main">
              <a:ext uri="{FF2B5EF4-FFF2-40B4-BE49-F238E27FC236}">
                <a16:creationId xmlns:a16="http://schemas.microsoft.com/office/drawing/2014/main" id="{36D28B81-755F-40EF-8D57-F3908CFF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42767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4" name="allocation-slot-token-7">
            <a:extLst xmlns:a="http://schemas.openxmlformats.org/drawingml/2006/main">
              <a:ext uri="{FF2B5EF4-FFF2-40B4-BE49-F238E27FC236}">
                <a16:creationId xmlns:a16="http://schemas.microsoft.com/office/drawing/2014/main" id="{2BA55876-FF98-4B97-9828-9750DCBF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05775" y="44100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5" name="allocation-slot-8">
            <a:extLst xmlns:a="http://schemas.openxmlformats.org/drawingml/2006/main">
              <a:ext uri="{FF2B5EF4-FFF2-40B4-BE49-F238E27FC236}">
                <a16:creationId xmlns:a16="http://schemas.microsoft.com/office/drawing/2014/main" id="{5E34A5D9-83E0-4C2F-954B-15C6C764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91525" y="42767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6" name="allocation-slot-token-8">
            <a:extLst xmlns:a="http://schemas.openxmlformats.org/drawingml/2006/main">
              <a:ext uri="{FF2B5EF4-FFF2-40B4-BE49-F238E27FC236}">
                <a16:creationId xmlns:a16="http://schemas.microsoft.com/office/drawing/2014/main" id="{29A9E07B-DAC2-48AC-B379-19650B43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44100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allocation-capacity-bracket">
            <a:extLst xmlns:a="http://schemas.openxmlformats.org/drawingml/2006/main">
              <a:ext uri="{FF2B5EF4-FFF2-40B4-BE49-F238E27FC236}">
                <a16:creationId xmlns:a16="http://schemas.microsoft.com/office/drawing/2014/main" id="{9F357226-380D-4755-9E86-4FBDF377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819650"/>
            <a:ext cx="29432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C23445A-E15B-4AD3-AAD4-523C9417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7625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E70112B-940C-4621-BAAA-F298AEBE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34425" y="47625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0" name="allocation-capacity-label">
            <a:extLst xmlns:a="http://schemas.openxmlformats.org/drawingml/2006/main">
              <a:ext uri="{FF2B5EF4-FFF2-40B4-BE49-F238E27FC236}">
                <a16:creationId xmlns:a16="http://schemas.microsoft.com/office/drawing/2014/main" id="{6F890FEC-866A-40EE-8755-3E586D21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83870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fixed capacity</a:t>
            </a:r>
          </a:p>
        </p:txBody>
      </p:sp>
      <p:sp>
        <p:nvSpPr>
          <p:cNvPr id="91" name="allocation-note">
            <a:extLst xmlns:a="http://schemas.openxmlformats.org/drawingml/2006/main">
              <a:ext uri="{FF2B5EF4-FFF2-40B4-BE49-F238E27FC236}">
                <a16:creationId xmlns:a16="http://schemas.microsoft.com/office/drawing/2014/main" id="{9DA53E89-373D-4CAC-9FE5-3AB186C2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4981575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685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Deduplicate before fill; unused reserve capacity returns to the global order.</a:t>
            </a:r>
          </a:p>
        </p:txBody>
      </p:sp>
      <p:sp>
        <p:nvSpPr>
          <p:cNvPr id="92" name="output-heading">
            <a:extLst xmlns:a="http://schemas.openxmlformats.org/drawingml/2006/main">
              <a:ext uri="{FF2B5EF4-FFF2-40B4-BE49-F238E27FC236}">
                <a16:creationId xmlns:a16="http://schemas.microsoft.com/office/drawing/2014/main" id="{0BBF63F7-AA1F-412E-A963-B7551918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16954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QueueResult</a:t>
            </a:r>
          </a:p>
        </p:txBody>
      </p:sp>
      <p:sp>
        <p:nvSpPr>
          <p:cNvPr id="93" name="output-caption">
            <a:extLst xmlns:a="http://schemas.openxmlformats.org/drawingml/2006/main">
              <a:ext uri="{FF2B5EF4-FFF2-40B4-BE49-F238E27FC236}">
                <a16:creationId xmlns:a16="http://schemas.microsoft.com/office/drawing/2014/main" id="{FF1247AA-4A6D-4ACA-B37D-6823BB38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2038350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selected_ids + slot ledger</a:t>
            </a:r>
          </a:p>
        </p:txBody>
      </p:sp>
      <p:sp>
        <p:nvSpPr>
          <p:cNvPr id="94" name="queue-result-ledger">
            <a:extLst xmlns:a="http://schemas.openxmlformats.org/drawingml/2006/main">
              <a:ext uri="{FF2B5EF4-FFF2-40B4-BE49-F238E27FC236}">
                <a16:creationId xmlns:a16="http://schemas.microsoft.com/office/drawing/2014/main" id="{DC08B1F8-4840-4CA1-891B-AE0FD1E1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2476500"/>
            <a:ext cx="18478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95" name="queue-result-header">
            <a:extLst xmlns:a="http://schemas.openxmlformats.org/drawingml/2006/main">
              <a:ext uri="{FF2B5EF4-FFF2-40B4-BE49-F238E27FC236}">
                <a16:creationId xmlns:a16="http://schemas.microsoft.com/office/drawing/2014/main" id="{19FED60F-3590-4922-BC0E-61858ED3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24765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AF3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96" name="queue-result-title">
            <a:extLst xmlns:a="http://schemas.openxmlformats.org/drawingml/2006/main">
              <a:ext uri="{FF2B5EF4-FFF2-40B4-BE49-F238E27FC236}">
                <a16:creationId xmlns:a16="http://schemas.microsoft.com/office/drawing/2014/main" id="{6C95FFF7-BC28-4762-AE2C-B12CE9B6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8850" y="2514600"/>
            <a:ext cx="1619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QueueResult</a:t>
            </a:r>
          </a:p>
        </p:txBody>
      </p:sp>
      <p:sp>
        <p:nvSpPr>
          <p:cNvPr id="97" name="selected-ids-label">
            <a:extLst xmlns:a="http://schemas.openxmlformats.org/drawingml/2006/main">
              <a:ext uri="{FF2B5EF4-FFF2-40B4-BE49-F238E27FC236}">
                <a16:creationId xmlns:a16="http://schemas.microsoft.com/office/drawing/2014/main" id="{590AF3DE-9088-471E-8B70-FD215BEC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48850" y="2933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selected_ids</a:t>
            </a:r>
          </a:p>
        </p:txBody>
      </p:sp>
      <p:sp>
        <p:nvSpPr>
          <p:cNvPr id="98" name="result-token-1">
            <a:extLst xmlns:a="http://schemas.openxmlformats.org/drawingml/2006/main">
              <a:ext uri="{FF2B5EF4-FFF2-40B4-BE49-F238E27FC236}">
                <a16:creationId xmlns:a16="http://schemas.microsoft.com/office/drawing/2014/main" id="{7080499F-A0CF-4FF7-B34C-B4DEB0FD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86950" y="3238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99" name="result-token-2">
            <a:extLst xmlns:a="http://schemas.openxmlformats.org/drawingml/2006/main">
              <a:ext uri="{FF2B5EF4-FFF2-40B4-BE49-F238E27FC236}">
                <a16:creationId xmlns:a16="http://schemas.microsoft.com/office/drawing/2014/main" id="{1C20C5E2-1538-4A6F-B8B7-4328C51C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53650" y="3238500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0" name="result-token-3">
            <a:extLst xmlns:a="http://schemas.openxmlformats.org/drawingml/2006/main">
              <a:ext uri="{FF2B5EF4-FFF2-40B4-BE49-F238E27FC236}">
                <a16:creationId xmlns:a16="http://schemas.microsoft.com/office/drawing/2014/main" id="{27E5E358-8EBC-4807-849C-65979DC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20350" y="32385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result-token-4">
            <a:extLst xmlns:a="http://schemas.openxmlformats.org/drawingml/2006/main">
              <a:ext uri="{FF2B5EF4-FFF2-40B4-BE49-F238E27FC236}">
                <a16:creationId xmlns:a16="http://schemas.microsoft.com/office/drawing/2014/main" id="{6327BE46-7B1A-43E5-9B3E-BC8C45D9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87050" y="3238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2" name="result-divider">
            <a:extLst xmlns:a="http://schemas.openxmlformats.org/drawingml/2006/main">
              <a:ext uri="{FF2B5EF4-FFF2-40B4-BE49-F238E27FC236}">
                <a16:creationId xmlns:a16="http://schemas.microsoft.com/office/drawing/2014/main" id="{55D39B0C-8C37-4FF8-9E34-760BF2E8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848850" y="3533775"/>
            <a:ext cx="1619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03" name="ledger-slot-header">
            <a:extLst xmlns:a="http://schemas.openxmlformats.org/drawingml/2006/main">
              <a:ext uri="{FF2B5EF4-FFF2-40B4-BE49-F238E27FC236}">
                <a16:creationId xmlns:a16="http://schemas.microsoft.com/office/drawing/2014/main" id="{5490D128-19D8-496B-ABC3-D863F5A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36099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slot</a:t>
            </a:r>
          </a:p>
        </p:txBody>
      </p:sp>
      <p:sp>
        <p:nvSpPr>
          <p:cNvPr id="104" name="ledger-source-header">
            <a:extLst xmlns:a="http://schemas.openxmlformats.org/drawingml/2006/main">
              <a:ext uri="{FF2B5EF4-FFF2-40B4-BE49-F238E27FC236}">
                <a16:creationId xmlns:a16="http://schemas.microsoft.com/office/drawing/2014/main" id="{FC51217C-9761-460E-9E83-068EE12A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15600" y="360997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5" name="ledger-slot-1">
            <a:extLst xmlns:a="http://schemas.openxmlformats.org/drawingml/2006/main">
              <a:ext uri="{FF2B5EF4-FFF2-40B4-BE49-F238E27FC236}">
                <a16:creationId xmlns:a16="http://schemas.microsoft.com/office/drawing/2014/main" id="{37E5A4DE-80E6-4652-8F13-BA1FA6E9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38671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6" name="ledger-source-1">
            <a:extLst xmlns:a="http://schemas.openxmlformats.org/drawingml/2006/main">
              <a:ext uri="{FF2B5EF4-FFF2-40B4-BE49-F238E27FC236}">
                <a16:creationId xmlns:a16="http://schemas.microsoft.com/office/drawing/2014/main" id="{F564B632-2C6D-4526-BC64-94546D9F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15600" y="38671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</a:t>
            </a:r>
          </a:p>
        </p:txBody>
      </p:sp>
      <p:sp>
        <p:nvSpPr>
          <p:cNvPr id="107" name="contract-divider">
            <a:extLst xmlns:a="http://schemas.openxmlformats.org/drawingml/2006/main">
              <a:ext uri="{FF2B5EF4-FFF2-40B4-BE49-F238E27FC236}">
                <a16:creationId xmlns:a16="http://schemas.microsoft.com/office/drawing/2014/main" id="{ECD78438-331D-4F77-9972-090100E5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54102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108" name="contract-heading">
            <a:extLst xmlns:a="http://schemas.openxmlformats.org/drawingml/2006/main">
              <a:ext uri="{FF2B5EF4-FFF2-40B4-BE49-F238E27FC236}">
                <a16:creationId xmlns:a16="http://schemas.microsoft.com/office/drawing/2014/main" id="{7D9EEC69-A5FE-48C0-9019-2220CF59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505450"/>
            <a:ext cx="1352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Selection contract</a:t>
            </a:r>
          </a:p>
        </p:txBody>
      </p:sp>
      <p:sp>
        <p:nvSpPr>
          <p:cNvPr id="109" name="contract-copy">
            <a:extLst xmlns:a="http://schemas.openxmlformats.org/drawingml/2006/main">
              <a:ext uri="{FF2B5EF4-FFF2-40B4-BE49-F238E27FC236}">
                <a16:creationId xmlns:a16="http://schemas.microsoft.com/office/drawing/2014/main" id="{B9EFA3AD-775A-413D-A711-096EFCA3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4050" y="550545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fixed capacity  |  stable ties  |  no duplicate slots  |  complete assignment ledger</a:t>
            </a:r>
          </a:p>
        </p:txBody>
      </p:sp>
      <p:sp>
        <p:nvSpPr>
          <p:cNvPr id="110" name="scope-boundary">
            <a:extLst xmlns:a="http://schemas.openxmlformats.org/drawingml/2006/main">
              <a:ext uri="{FF2B5EF4-FFF2-40B4-BE49-F238E27FC236}">
                <a16:creationId xmlns:a16="http://schemas.microsoft.com/office/drawing/2014/main" id="{6489044B-F4ED-4D8B-BC41-BCFDF413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781675"/>
            <a:ext cx="1112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The package governs access to review capacity; it does not interpret the underlying evidence.</a:t>
            </a:r>
          </a:p>
        </p:txBody>
      </p:sp>
    </p:spTree>
    <p:extLst>
      <p:ext uri="{BB962C8B-B14F-4D97-AF65-F5344CB8AC3E}">
        <p14:creationId xmlns:p14="http://schemas.microsoft.com/office/powerpoint/2010/main" val="13743265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2026-07-21T09:25:54.0030000Z</dcterms:created>
  <dcterms:modified xsi:type="dcterms:W3CDTF">2026-07-21T09:25:54.0030000Z</dcterms:modified>
</coreProperties>
</file>