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438df7d20a4588" /><Relationship Type="http://schemas.openxmlformats.org/officeDocument/2006/relationships/extended-properties" Target="/docProps/app.xml" Id="Rb6281f25e48c4003" /><Relationship Type="http://schemas.openxmlformats.org/officeDocument/2006/relationships/officeDocument" Target="/ppt/presentation.xml" Id="R2aefd7e2b6d548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32cb8e877049af"/>
  </p:sldMasterIdLst>
  <p:notesMasterIdLst>
    <p:notesMasterId xmlns:r="http://schemas.openxmlformats.org/officeDocument/2006/relationships" r:id="R74c99b4fcd804810"/>
  </p:notesMasterIdLst>
  <p:sldIdLst>
    <p:sldId xmlns:r="http://schemas.openxmlformats.org/officeDocument/2006/relationships" id="256" r:id="R3f870c1549c84a70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921de065704062" /><Relationship Type="http://schemas.openxmlformats.org/officeDocument/2006/relationships/slideMaster" Target="/ppt/slideMasters/slideMaster1.xml" Id="R0332cb8e877049af" /><Relationship Type="http://schemas.openxmlformats.org/officeDocument/2006/relationships/notesMaster" Target="/ppt/notesMasters/notesMaster1.xml" Id="R74c99b4fcd804810" /><Relationship Type="http://schemas.openxmlformats.org/officeDocument/2006/relationships/presProps" Target="/ppt/presProps.xml" Id="R1a8946c8885c424c" /><Relationship Type="http://schemas.openxmlformats.org/officeDocument/2006/relationships/tableStyles" Target="/ppt/tableStyles.xml" Id="R125dbcd699924526" /><Relationship Type="http://schemas.openxmlformats.org/officeDocument/2006/relationships/slide" Target="/ppt/slides/slide1.xml" Id="R3f870c1549c84a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ab3f86785d4a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fb9643cb724a1c" /><Relationship Type="http://schemas.openxmlformats.org/officeDocument/2006/relationships/notesMaster" Target="/ppt/notesMasters/notesMaster1.xml" Id="R642e49c7bcb34b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7c42681964f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00cf792a8f46c9" /><Relationship Type="http://schemas.openxmlformats.org/officeDocument/2006/relationships/slideLayout" Target="/ppt/slideLayouts/slideLayout1.xml" Id="Rcb9a37a293d84e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9a37a293d84e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2214815d54f94" /><Relationship Type="http://schemas.openxmlformats.org/officeDocument/2006/relationships/notesSlide" Target="/ppt/notesSlides/notesSlide1.xml" Id="Raf459e49edf44f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overview-takeaway">
            <a:extLst xmlns:a="http://schemas.openxmlformats.org/drawingml/2006/main">
              <a:ext uri="{FF2B5EF4-FFF2-40B4-BE49-F238E27FC236}">
                <a16:creationId xmlns:a16="http://schemas.microsoft.com/office/drawing/2014/main" id="{2BB7BD95-EEEE-4DE6-ACBD-5849A750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47650"/>
            <a:ext cx="11125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How the governed review queue is constructed</a:t>
            </a:r>
          </a:p>
        </p:txBody>
      </p:sp>
      <p:sp>
        <p:nvSpPr>
          <p:cNvPr id="2" name="overview-subtitle">
            <a:extLst xmlns:a="http://schemas.openxmlformats.org/drawingml/2006/main">
              <a:ext uri="{FF2B5EF4-FFF2-40B4-BE49-F238E27FC236}">
                <a16:creationId xmlns:a16="http://schemas.microsoft.com/office/drawing/2014/main" id="{A9C78D8D-799E-4254-92B9-7AB4DAB6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714375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One ranked candidate pool, one fixed capacity, and an explicit record of how every slot was assigned.</a:t>
            </a:r>
          </a:p>
        </p:txBody>
      </p:sp>
      <p:sp>
        <p:nvSpPr>
          <p:cNvPr id="3" name="overview-divider">
            <a:extLst xmlns:a="http://schemas.openxmlformats.org/drawingml/2006/main">
              <a:ext uri="{FF2B5EF4-FFF2-40B4-BE49-F238E27FC236}">
                <a16:creationId xmlns:a16="http://schemas.microsoft.com/office/drawing/2014/main" id="{C6C11C0D-C84C-441D-8C2C-B54DB747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1133475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4" name="input-to-rank-arrow">
            <a:extLst xmlns:a="http://schemas.openxmlformats.org/drawingml/2006/main">
              <a:ext uri="{FF2B5EF4-FFF2-40B4-BE49-F238E27FC236}">
                <a16:creationId xmlns:a16="http://schemas.microsoft.com/office/drawing/2014/main" id="{31F8225B-D04D-422C-98D0-C6D5CB50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4317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ank-to-allocation-arrow">
            <a:extLst xmlns:a="http://schemas.openxmlformats.org/drawingml/2006/main">
              <a:ext uri="{FF2B5EF4-FFF2-40B4-BE49-F238E27FC236}">
                <a16:creationId xmlns:a16="http://schemas.microsoft.com/office/drawing/2014/main" id="{F9B275F1-AAA1-4D2C-97F8-E557AAA3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llocation-to-result-arrow">
            <a:extLst xmlns:a="http://schemas.openxmlformats.org/drawingml/2006/main">
              <a:ext uri="{FF2B5EF4-FFF2-40B4-BE49-F238E27FC236}">
                <a16:creationId xmlns:a16="http://schemas.microsoft.com/office/drawing/2014/main" id="{6FF69515-A20E-4ACA-A3E8-B7389CE3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input-heading">
            <a:extLst xmlns:a="http://schemas.openxmlformats.org/drawingml/2006/main">
              <a:ext uri="{FF2B5EF4-FFF2-40B4-BE49-F238E27FC236}">
                <a16:creationId xmlns:a16="http://schemas.microsoft.com/office/drawing/2014/main" id="{5DF3F2BB-4C01-4B59-B917-93AEDDB0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425" y="1428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 records</a:t>
            </a:r>
          </a:p>
        </p:txBody>
      </p:sp>
      <p:sp>
        <p:nvSpPr>
          <p:cNvPr id="8" name="input-caption">
            <a:extLst xmlns:a="http://schemas.openxmlformats.org/drawingml/2006/main">
              <a:ext uri="{FF2B5EF4-FFF2-40B4-BE49-F238E27FC236}">
                <a16:creationId xmlns:a16="http://schemas.microsoft.com/office/drawing/2014/main" id="{49D2ADEF-DC29-4CD0-A217-3E192510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7716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491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Python mappings or synthetic CSV</a:t>
            </a:r>
          </a:p>
        </p:txBody>
      </p:sp>
      <p:sp>
        <p:nvSpPr>
          <p:cNvPr id="9" name="candidate-records-sheet">
            <a:extLst xmlns:a="http://schemas.openxmlformats.org/drawingml/2006/main">
              <a:ext uri="{FF2B5EF4-FFF2-40B4-BE49-F238E27FC236}">
                <a16:creationId xmlns:a16="http://schemas.microsoft.com/office/drawing/2014/main" id="{36DA334A-13F7-4C11-BED7-5513FBD1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10" name="candidate-records-header">
            <a:extLst xmlns:a="http://schemas.openxmlformats.org/drawingml/2006/main">
              <a:ext uri="{FF2B5EF4-FFF2-40B4-BE49-F238E27FC236}">
                <a16:creationId xmlns:a16="http://schemas.microsoft.com/office/drawing/2014/main" id="{8A976EB3-8798-43EC-8577-4B76E6AB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1" name="candidate-id-header">
            <a:extLst xmlns:a="http://schemas.openxmlformats.org/drawingml/2006/main">
              <a:ext uri="{FF2B5EF4-FFF2-40B4-BE49-F238E27FC236}">
                <a16:creationId xmlns:a16="http://schemas.microsoft.com/office/drawing/2014/main" id="{FAE4929E-7939-4843-8723-4C73BA6A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247900"/>
            <a:ext cx="1104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candidate_id</a:t>
            </a:r>
          </a:p>
        </p:txBody>
      </p:sp>
      <p:sp>
        <p:nvSpPr>
          <p:cNvPr id="12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BCF78E9D-25BB-4FCF-84B5-1C774747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2247900"/>
            <a:ext cx="457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3" name="candidate-token-1">
            <a:extLst xmlns:a="http://schemas.openxmlformats.org/drawingml/2006/main">
              <a:ext uri="{FF2B5EF4-FFF2-40B4-BE49-F238E27FC236}">
                <a16:creationId xmlns:a16="http://schemas.microsoft.com/office/drawing/2014/main" id="{7CAD7F03-315E-493E-9997-7B6EC216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6670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ndidate-id-1">
            <a:extLst xmlns:a="http://schemas.openxmlformats.org/drawingml/2006/main">
              <a:ext uri="{FF2B5EF4-FFF2-40B4-BE49-F238E27FC236}">
                <a16:creationId xmlns:a16="http://schemas.microsoft.com/office/drawing/2014/main" id="{A48C9568-5DE5-497A-898B-7EFE9E8E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15" name="candidate-score-1">
            <a:extLst xmlns:a="http://schemas.openxmlformats.org/drawingml/2006/main">
              <a:ext uri="{FF2B5EF4-FFF2-40B4-BE49-F238E27FC236}">
                <a16:creationId xmlns:a16="http://schemas.microsoft.com/office/drawing/2014/main" id="{308569BC-EDD2-4050-86C2-7D791641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6289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16" name="candidate-row-line-1">
            <a:extLst xmlns:a="http://schemas.openxmlformats.org/drawingml/2006/main">
              <a:ext uri="{FF2B5EF4-FFF2-40B4-BE49-F238E27FC236}">
                <a16:creationId xmlns:a16="http://schemas.microsoft.com/office/drawing/2014/main" id="{3A624B0B-1EBA-477F-9CCF-0284F97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292417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7" name="candidate-token-2">
            <a:extLst xmlns:a="http://schemas.openxmlformats.org/drawingml/2006/main">
              <a:ext uri="{FF2B5EF4-FFF2-40B4-BE49-F238E27FC236}">
                <a16:creationId xmlns:a16="http://schemas.microsoft.com/office/drawing/2014/main" id="{DE197FAE-57BD-4635-90F9-3A2350E3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981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8" name="candidate-id-2">
            <a:extLst xmlns:a="http://schemas.openxmlformats.org/drawingml/2006/main">
              <a:ext uri="{FF2B5EF4-FFF2-40B4-BE49-F238E27FC236}">
                <a16:creationId xmlns:a16="http://schemas.microsoft.com/office/drawing/2014/main" id="{495CBAC0-6EDA-44FE-AB79-A3BDFA77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9432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19" name="candidate-score-2">
            <a:extLst xmlns:a="http://schemas.openxmlformats.org/drawingml/2006/main">
              <a:ext uri="{FF2B5EF4-FFF2-40B4-BE49-F238E27FC236}">
                <a16:creationId xmlns:a16="http://schemas.microsoft.com/office/drawing/2014/main" id="{526120F6-7C00-489F-8747-E85E8629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94322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0" name="candidate-row-line-2">
            <a:extLst xmlns:a="http://schemas.openxmlformats.org/drawingml/2006/main">
              <a:ext uri="{FF2B5EF4-FFF2-40B4-BE49-F238E27FC236}">
                <a16:creationId xmlns:a16="http://schemas.microsoft.com/office/drawing/2014/main" id="{08713197-3754-4E09-9C60-1393CCF6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238500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1" name="candidate-token-3">
            <a:extLst xmlns:a="http://schemas.openxmlformats.org/drawingml/2006/main">
              <a:ext uri="{FF2B5EF4-FFF2-40B4-BE49-F238E27FC236}">
                <a16:creationId xmlns:a16="http://schemas.microsoft.com/office/drawing/2014/main" id="{60F4025E-F657-43C7-9052-7023C5BF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29565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2" name="candidate-id-3">
            <a:extLst xmlns:a="http://schemas.openxmlformats.org/drawingml/2006/main">
              <a:ext uri="{FF2B5EF4-FFF2-40B4-BE49-F238E27FC236}">
                <a16:creationId xmlns:a16="http://schemas.microsoft.com/office/drawing/2014/main" id="{86C42EBF-CA6D-4F3E-962C-49140307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2575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23" name="candidate-score-3">
            <a:extLst xmlns:a="http://schemas.openxmlformats.org/drawingml/2006/main">
              <a:ext uri="{FF2B5EF4-FFF2-40B4-BE49-F238E27FC236}">
                <a16:creationId xmlns:a16="http://schemas.microsoft.com/office/drawing/2014/main" id="{2897842C-0423-47F5-8CB1-5CED42F1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2575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4" name="candidate-row-line-3">
            <a:extLst xmlns:a="http://schemas.openxmlformats.org/drawingml/2006/main">
              <a:ext uri="{FF2B5EF4-FFF2-40B4-BE49-F238E27FC236}">
                <a16:creationId xmlns:a16="http://schemas.microsoft.com/office/drawing/2014/main" id="{9544B45B-926B-42F7-8A42-B5283791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55282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5" name="candidate-token-4">
            <a:extLst xmlns:a="http://schemas.openxmlformats.org/drawingml/2006/main">
              <a:ext uri="{FF2B5EF4-FFF2-40B4-BE49-F238E27FC236}">
                <a16:creationId xmlns:a16="http://schemas.microsoft.com/office/drawing/2014/main" id="{38542875-A0C2-4F69-B0C8-CBEC677C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099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andidate-id-4">
            <a:extLst xmlns:a="http://schemas.openxmlformats.org/drawingml/2006/main">
              <a:ext uri="{FF2B5EF4-FFF2-40B4-BE49-F238E27FC236}">
                <a16:creationId xmlns:a16="http://schemas.microsoft.com/office/drawing/2014/main" id="{E3CD71A4-49BD-42EB-85FD-6A63E983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571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27" name="candidate-score-4">
            <a:extLst xmlns:a="http://schemas.openxmlformats.org/drawingml/2006/main">
              <a:ext uri="{FF2B5EF4-FFF2-40B4-BE49-F238E27FC236}">
                <a16:creationId xmlns:a16="http://schemas.microsoft.com/office/drawing/2014/main" id="{3878B320-BDEC-435D-9F9D-383C462F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57187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28" name="ranking-heading">
            <a:extLst xmlns:a="http://schemas.openxmlformats.org/drawingml/2006/main">
              <a:ext uri="{FF2B5EF4-FFF2-40B4-BE49-F238E27FC236}">
                <a16:creationId xmlns:a16="http://schemas.microsoft.com/office/drawing/2014/main" id="{26212BD2-EFE9-4D55-9AFA-5C772875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3675" y="1428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Stable ranking</a:t>
            </a:r>
          </a:p>
        </p:txBody>
      </p:sp>
      <p:sp>
        <p:nvSpPr>
          <p:cNvPr id="29" name="ranking-score-caption">
            <a:extLst xmlns:a="http://schemas.openxmlformats.org/drawingml/2006/main">
              <a:ext uri="{FF2B5EF4-FFF2-40B4-BE49-F238E27FC236}">
                <a16:creationId xmlns:a16="http://schemas.microsoft.com/office/drawing/2014/main" id="{F05583D0-8543-4C00-95BE-2E8F89B1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3675" y="17716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global_score (descending)</a:t>
            </a:r>
          </a:p>
        </p:txBody>
      </p:sp>
      <p:sp>
        <p:nvSpPr>
          <p:cNvPr id="30" name="rank-number-1">
            <a:extLst xmlns:a="http://schemas.openxmlformats.org/drawingml/2006/main">
              <a:ext uri="{FF2B5EF4-FFF2-40B4-BE49-F238E27FC236}">
                <a16:creationId xmlns:a16="http://schemas.microsoft.com/office/drawing/2014/main" id="{2EDECEAD-7EC1-44A4-B05C-91E91A05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431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rank-row-1">
            <a:extLst xmlns:a="http://schemas.openxmlformats.org/drawingml/2006/main">
              <a:ext uri="{FF2B5EF4-FFF2-40B4-BE49-F238E27FC236}">
                <a16:creationId xmlns:a16="http://schemas.microsoft.com/office/drawing/2014/main" id="{1343D819-FBE1-4DBB-A79F-B1324506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3431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2" name="rank-id-1">
            <a:extLst xmlns:a="http://schemas.openxmlformats.org/drawingml/2006/main">
              <a:ext uri="{FF2B5EF4-FFF2-40B4-BE49-F238E27FC236}">
                <a16:creationId xmlns:a16="http://schemas.microsoft.com/office/drawing/2014/main" id="{6DB67E11-A911-4AF0-A99E-517783A9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3526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33" name="rank-score-1">
            <a:extLst xmlns:a="http://schemas.openxmlformats.org/drawingml/2006/main">
              <a:ext uri="{FF2B5EF4-FFF2-40B4-BE49-F238E27FC236}">
                <a16:creationId xmlns:a16="http://schemas.microsoft.com/office/drawing/2014/main" id="{25AD3AA4-3736-4423-8057-D0B0E117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3526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34" name="rank-number-2">
            <a:extLst xmlns:a="http://schemas.openxmlformats.org/drawingml/2006/main">
              <a:ext uri="{FF2B5EF4-FFF2-40B4-BE49-F238E27FC236}">
                <a16:creationId xmlns:a16="http://schemas.microsoft.com/office/drawing/2014/main" id="{B868741D-28A1-4164-ADC1-72462601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7432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ank-row-2">
            <a:extLst xmlns:a="http://schemas.openxmlformats.org/drawingml/2006/main">
              <a:ext uri="{FF2B5EF4-FFF2-40B4-BE49-F238E27FC236}">
                <a16:creationId xmlns:a16="http://schemas.microsoft.com/office/drawing/2014/main" id="{717D6C5F-75DE-462A-8FF2-3BF12998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7432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6" name="rank-id-2">
            <a:extLst xmlns:a="http://schemas.openxmlformats.org/drawingml/2006/main">
              <a:ext uri="{FF2B5EF4-FFF2-40B4-BE49-F238E27FC236}">
                <a16:creationId xmlns:a16="http://schemas.microsoft.com/office/drawing/2014/main" id="{B5A7C972-33AD-4BE8-B3D2-EB3B27D1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7527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7FA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7FA0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37" name="rank-score-2">
            <a:extLst xmlns:a="http://schemas.openxmlformats.org/drawingml/2006/main">
              <a:ext uri="{FF2B5EF4-FFF2-40B4-BE49-F238E27FC236}">
                <a16:creationId xmlns:a16="http://schemas.microsoft.com/office/drawing/2014/main" id="{3F14EEBB-66D6-4F27-8132-05381013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7527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38" name="rank-number-3">
            <a:extLst xmlns:a="http://schemas.openxmlformats.org/drawingml/2006/main">
              <a:ext uri="{FF2B5EF4-FFF2-40B4-BE49-F238E27FC236}">
                <a16:creationId xmlns:a16="http://schemas.microsoft.com/office/drawing/2014/main" id="{7C6F01F0-5BD7-494B-BD9E-5505ECD4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1432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9" name="rank-row-3">
            <a:extLst xmlns:a="http://schemas.openxmlformats.org/drawingml/2006/main">
              <a:ext uri="{FF2B5EF4-FFF2-40B4-BE49-F238E27FC236}">
                <a16:creationId xmlns:a16="http://schemas.microsoft.com/office/drawing/2014/main" id="{3E2376B0-944B-4A2A-A8F5-FC1D3721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1432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0" name="rank-id-3">
            <a:extLst xmlns:a="http://schemas.openxmlformats.org/drawingml/2006/main">
              <a:ext uri="{FF2B5EF4-FFF2-40B4-BE49-F238E27FC236}">
                <a16:creationId xmlns:a16="http://schemas.microsoft.com/office/drawing/2014/main" id="{E916A40B-1659-4FD0-88B2-129A9B2E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1527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41" name="rank-score-3">
            <a:extLst xmlns:a="http://schemas.openxmlformats.org/drawingml/2006/main">
              <a:ext uri="{FF2B5EF4-FFF2-40B4-BE49-F238E27FC236}">
                <a16:creationId xmlns:a16="http://schemas.microsoft.com/office/drawing/2014/main" id="{7E4C30CD-D27C-4D85-B2EF-B2A63C86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1527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42" name="rank-number-4">
            <a:extLst xmlns:a="http://schemas.openxmlformats.org/drawingml/2006/main">
              <a:ext uri="{FF2B5EF4-FFF2-40B4-BE49-F238E27FC236}">
                <a16:creationId xmlns:a16="http://schemas.microsoft.com/office/drawing/2014/main" id="{686BB871-DC98-4A9A-8801-BE9A562F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5433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3" name="rank-row-4">
            <a:extLst xmlns:a="http://schemas.openxmlformats.org/drawingml/2006/main">
              <a:ext uri="{FF2B5EF4-FFF2-40B4-BE49-F238E27FC236}">
                <a16:creationId xmlns:a16="http://schemas.microsoft.com/office/drawing/2014/main" id="{28ADD896-8976-40E8-89D4-17EE03DA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5433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4" name="rank-id-4">
            <a:extLst xmlns:a="http://schemas.openxmlformats.org/drawingml/2006/main">
              <a:ext uri="{FF2B5EF4-FFF2-40B4-BE49-F238E27FC236}">
                <a16:creationId xmlns:a16="http://schemas.microsoft.com/office/drawing/2014/main" id="{60DDEC76-815B-4F2D-8A41-209E6BA7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5528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45" name="rank-score-4">
            <a:extLst xmlns:a="http://schemas.openxmlformats.org/drawingml/2006/main">
              <a:ext uri="{FF2B5EF4-FFF2-40B4-BE49-F238E27FC236}">
                <a16:creationId xmlns:a16="http://schemas.microsoft.com/office/drawing/2014/main" id="{482C2283-77EF-401C-9884-D88171DC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5528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46" name="stable-tie-bracket">
            <a:extLst xmlns:a="http://schemas.openxmlformats.org/drawingml/2006/main">
              <a:ext uri="{FF2B5EF4-FFF2-40B4-BE49-F238E27FC236}">
                <a16:creationId xmlns:a16="http://schemas.microsoft.com/office/drawing/2014/main" id="{49006252-A5BD-4C2D-9183-68807458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9150" y="2781300"/>
            <a:ext cx="9525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4366D9-19DE-4CFC-8B47-E991D962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278130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356F12-A2FC-4185-8D97-B13DF0F6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340995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9" name="stable-tie-label">
            <a:extLst xmlns:a="http://schemas.openxmlformats.org/drawingml/2006/main">
              <a:ext uri="{FF2B5EF4-FFF2-40B4-BE49-F238E27FC236}">
                <a16:creationId xmlns:a16="http://schemas.microsoft.com/office/drawing/2014/main" id="{568693EF-636D-47F7-A8C5-306BEF79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34099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2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stable tie</a:t>
            </a:r>
          </a:p>
        </p:txBody>
      </p:sp>
      <p:sp>
        <p:nvSpPr>
          <p:cNvPr id="50" name="ranking-tie-caption">
            <a:extLst xmlns:a="http://schemas.openxmlformats.org/drawingml/2006/main">
              <a:ext uri="{FF2B5EF4-FFF2-40B4-BE49-F238E27FC236}">
                <a16:creationId xmlns:a16="http://schemas.microsoft.com/office/drawing/2014/main" id="{30994E81-B310-4551-8BF6-35F81607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40957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Equal scores: candidate_id</a:t>
            </a:r>
          </a:p>
        </p:txBody>
      </p:sp>
      <p:sp>
        <p:nvSpPr>
          <p:cNvPr id="51" name="allocation-heading">
            <a:extLst xmlns:a="http://schemas.openxmlformats.org/drawingml/2006/main">
              <a:ext uri="{FF2B5EF4-FFF2-40B4-BE49-F238E27FC236}">
                <a16:creationId xmlns:a16="http://schemas.microsoft.com/office/drawing/2014/main" id="{D5464D63-5811-4F59-A1BE-1A880B3F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4287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Governed allocation</a:t>
            </a:r>
          </a:p>
        </p:txBody>
      </p:sp>
      <p:sp>
        <p:nvSpPr>
          <p:cNvPr id="52" name="allocation-caption">
            <a:extLst xmlns:a="http://schemas.openxmlformats.org/drawingml/2006/main">
              <a:ext uri="{FF2B5EF4-FFF2-40B4-BE49-F238E27FC236}">
                <a16:creationId xmlns:a16="http://schemas.microsoft.com/office/drawing/2014/main" id="{DD12F73A-CD0B-42BE-8454-9A86E73C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7716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Apply declared reserves, then fill from the global order</a:t>
            </a:r>
          </a:p>
        </p:txBody>
      </p:sp>
      <p:sp>
        <p:nvSpPr>
          <p:cNvPr id="53" name="policy-to-queue-arrow">
            <a:extLst xmlns:a="http://schemas.openxmlformats.org/drawingml/2006/main">
              <a:ext uri="{FF2B5EF4-FFF2-40B4-BE49-F238E27FC236}">
                <a16:creationId xmlns:a16="http://schemas.microsoft.com/office/drawing/2014/main" id="{56E6E831-CCD3-4C01-A061-DAA74CE0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3429000"/>
            <a:ext cx="2667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global-to-queue-arrow">
            <a:extLst xmlns:a="http://schemas.openxmlformats.org/drawingml/2006/main">
              <a:ext uri="{FF2B5EF4-FFF2-40B4-BE49-F238E27FC236}">
                <a16:creationId xmlns:a16="http://schemas.microsoft.com/office/drawing/2014/main" id="{140F6961-10F5-45DC-B2C5-C322D87A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067050"/>
            <a:ext cx="2667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allocation-policy">
            <a:extLst xmlns:a="http://schemas.openxmlformats.org/drawingml/2006/main">
              <a:ext uri="{FF2B5EF4-FFF2-40B4-BE49-F238E27FC236}">
                <a16:creationId xmlns:a16="http://schemas.microsoft.com/office/drawing/2014/main" id="{528F2112-FAE7-4319-81F8-67615773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1907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56" name="allocation-policy-name">
            <a:extLst xmlns:a="http://schemas.openxmlformats.org/drawingml/2006/main">
              <a:ext uri="{FF2B5EF4-FFF2-40B4-BE49-F238E27FC236}">
                <a16:creationId xmlns:a16="http://schemas.microsoft.com/office/drawing/2014/main" id="{B4B02353-7DE8-499A-8B67-AC732FB0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29250" y="22860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ReservePolicy</a:t>
            </a:r>
          </a:p>
        </p:txBody>
      </p:sp>
      <p:sp>
        <p:nvSpPr>
          <p:cNvPr id="57" name="allocation-policy-profile">
            <a:extLst xmlns:a="http://schemas.openxmlformats.org/drawingml/2006/main">
              <a:ext uri="{FF2B5EF4-FFF2-40B4-BE49-F238E27FC236}">
                <a16:creationId xmlns:a16="http://schemas.microsoft.com/office/drawing/2014/main" id="{F4CD8553-2FAE-465E-8FE4-08AE81A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61937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profile</a:t>
            </a:r>
          </a:p>
        </p:txBody>
      </p:sp>
      <p:sp>
        <p:nvSpPr>
          <p:cNvPr id="58" name="allocation-policy-fraction">
            <a:extLst xmlns:a="http://schemas.openxmlformats.org/drawingml/2006/main">
              <a:ext uri="{FF2B5EF4-FFF2-40B4-BE49-F238E27FC236}">
                <a16:creationId xmlns:a16="http://schemas.microsoft.com/office/drawing/2014/main" id="{03C43339-B5BC-43C9-8A60-4069D709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8956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fraction = 0.10</a:t>
            </a:r>
          </a:p>
        </p:txBody>
      </p:sp>
      <p:sp>
        <p:nvSpPr>
          <p:cNvPr id="59" name="allocation-policy-token-1">
            <a:extLst xmlns:a="http://schemas.openxmlformats.org/drawingml/2006/main">
              <a:ext uri="{FF2B5EF4-FFF2-40B4-BE49-F238E27FC236}">
                <a16:creationId xmlns:a16="http://schemas.microsoft.com/office/drawing/2014/main" id="{F2D67177-18B4-45C8-AA67-D3D4F546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2600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0" name="allocation-policy-token-2">
            <a:extLst xmlns:a="http://schemas.openxmlformats.org/drawingml/2006/main">
              <a:ext uri="{FF2B5EF4-FFF2-40B4-BE49-F238E27FC236}">
                <a16:creationId xmlns:a16="http://schemas.microsoft.com/office/drawing/2014/main" id="{3649651B-F1DD-4067-BA21-06A11F80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260032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1" name="allocation-policy-order">
            <a:extLst xmlns:a="http://schemas.openxmlformats.org/drawingml/2006/main">
              <a:ext uri="{FF2B5EF4-FFF2-40B4-BE49-F238E27FC236}">
                <a16:creationId xmlns:a16="http://schemas.microsoft.com/office/drawing/2014/main" id="{9548EA21-BE32-48AC-9196-3612C77A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3133725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declared order</a:t>
            </a:r>
          </a:p>
        </p:txBody>
      </p:sp>
      <p:sp>
        <p:nvSpPr>
          <p:cNvPr id="62" name="allocation-global-label">
            <a:extLst xmlns:a="http://schemas.openxmlformats.org/drawingml/2006/main">
              <a:ext uri="{FF2B5EF4-FFF2-40B4-BE49-F238E27FC236}">
                <a16:creationId xmlns:a16="http://schemas.microsoft.com/office/drawing/2014/main" id="{3088BBD4-BA62-47AA-A6F0-5CDCE48A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2219325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order</a:t>
            </a:r>
          </a:p>
        </p:txBody>
      </p:sp>
      <p:sp>
        <p:nvSpPr>
          <p:cNvPr id="63" name="allocation-global-token-1">
            <a:extLst xmlns:a="http://schemas.openxmlformats.org/drawingml/2006/main">
              <a:ext uri="{FF2B5EF4-FFF2-40B4-BE49-F238E27FC236}">
                <a16:creationId xmlns:a16="http://schemas.microsoft.com/office/drawing/2014/main" id="{608BAF72-2966-4706-99EE-4EE8F1FF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allocation-global-rank-1">
            <a:extLst xmlns:a="http://schemas.openxmlformats.org/drawingml/2006/main">
              <a:ext uri="{FF2B5EF4-FFF2-40B4-BE49-F238E27FC236}">
                <a16:creationId xmlns:a16="http://schemas.microsoft.com/office/drawing/2014/main" id="{F98E6AAB-380C-43A0-972A-49F9356C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5" name="allocation-global-token-2">
            <a:extLst xmlns:a="http://schemas.openxmlformats.org/drawingml/2006/main">
              <a:ext uri="{FF2B5EF4-FFF2-40B4-BE49-F238E27FC236}">
                <a16:creationId xmlns:a16="http://schemas.microsoft.com/office/drawing/2014/main" id="{6B2523F5-82A0-4F7F-99E6-490F9F65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571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6" name="allocation-global-rank-2">
            <a:extLst xmlns:a="http://schemas.openxmlformats.org/drawingml/2006/main">
              <a:ext uri="{FF2B5EF4-FFF2-40B4-BE49-F238E27FC236}">
                <a16:creationId xmlns:a16="http://schemas.microsoft.com/office/drawing/2014/main" id="{D0C7C860-144B-4970-A75D-D65A91CB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allocation-global-token-3">
            <a:extLst xmlns:a="http://schemas.openxmlformats.org/drawingml/2006/main">
              <a:ext uri="{FF2B5EF4-FFF2-40B4-BE49-F238E27FC236}">
                <a16:creationId xmlns:a16="http://schemas.microsoft.com/office/drawing/2014/main" id="{4A816DD9-63BF-40F8-910C-0D4D4842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571750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8" name="allocation-global-rank-3">
            <a:extLst xmlns:a="http://schemas.openxmlformats.org/drawingml/2006/main">
              <a:ext uri="{FF2B5EF4-FFF2-40B4-BE49-F238E27FC236}">
                <a16:creationId xmlns:a16="http://schemas.microsoft.com/office/drawing/2014/main" id="{F00C88CA-8FEB-4000-806A-2C7D4173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9" name="allocation-global-token-4">
            <a:extLst xmlns:a="http://schemas.openxmlformats.org/drawingml/2006/main">
              <a:ext uri="{FF2B5EF4-FFF2-40B4-BE49-F238E27FC236}">
                <a16:creationId xmlns:a16="http://schemas.microsoft.com/office/drawing/2014/main" id="{16AFA29C-398A-458A-9E41-6AED9C38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allocation-global-rank-4">
            <a:extLst xmlns:a="http://schemas.openxmlformats.org/drawingml/2006/main">
              <a:ext uri="{FF2B5EF4-FFF2-40B4-BE49-F238E27FC236}">
                <a16:creationId xmlns:a16="http://schemas.microsoft.com/office/drawing/2014/main" id="{B9B92ABE-26D5-4A95-8FEA-613CB359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1" name="allocation-global-baseline">
            <a:extLst xmlns:a="http://schemas.openxmlformats.org/drawingml/2006/main">
              <a:ext uri="{FF2B5EF4-FFF2-40B4-BE49-F238E27FC236}">
                <a16:creationId xmlns:a16="http://schemas.microsoft.com/office/drawing/2014/main" id="{38738645-D1DA-453E-BE78-B2DC4FAE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91400" y="3057525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72" name="allocation-reserved-label">
            <a:extLst xmlns:a="http://schemas.openxmlformats.org/drawingml/2006/main">
              <a:ext uri="{FF2B5EF4-FFF2-40B4-BE49-F238E27FC236}">
                <a16:creationId xmlns:a16="http://schemas.microsoft.com/office/drawing/2014/main" id="{6528C060-3BAF-40FD-B2EB-D39621ED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3762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reserved</a:t>
            </a:r>
          </a:p>
        </p:txBody>
      </p:sp>
      <p:sp>
        <p:nvSpPr>
          <p:cNvPr id="73" name="allocation-fill-label">
            <a:extLst xmlns:a="http://schemas.openxmlformats.org/drawingml/2006/main">
              <a:ext uri="{FF2B5EF4-FFF2-40B4-BE49-F238E27FC236}">
                <a16:creationId xmlns:a16="http://schemas.microsoft.com/office/drawing/2014/main" id="{21183C22-288E-42AF-B430-BF7D9483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37623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74" name="allocation-slot-1">
            <a:extLst xmlns:a="http://schemas.openxmlformats.org/drawingml/2006/main">
              <a:ext uri="{FF2B5EF4-FFF2-40B4-BE49-F238E27FC236}">
                <a16:creationId xmlns:a16="http://schemas.microsoft.com/office/drawing/2014/main" id="{868BAF45-0D18-4A4A-97BF-FB4DF902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12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5" name="allocation-slot-token-1">
            <a:extLst xmlns:a="http://schemas.openxmlformats.org/drawingml/2006/main">
              <a:ext uri="{FF2B5EF4-FFF2-40B4-BE49-F238E27FC236}">
                <a16:creationId xmlns:a16="http://schemas.microsoft.com/office/drawing/2014/main" id="{CD988C16-7958-47D2-8B12-F2F161A1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6" name="allocation-slot-2">
            <a:extLst xmlns:a="http://schemas.openxmlformats.org/drawingml/2006/main">
              <a:ext uri="{FF2B5EF4-FFF2-40B4-BE49-F238E27FC236}">
                <a16:creationId xmlns:a16="http://schemas.microsoft.com/office/drawing/2014/main" id="{18D35F1D-A87D-4A7C-9879-D15EEAA7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626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7" name="allocation-slot-token-2">
            <a:extLst xmlns:a="http://schemas.openxmlformats.org/drawingml/2006/main">
              <a:ext uri="{FF2B5EF4-FFF2-40B4-BE49-F238E27FC236}">
                <a16:creationId xmlns:a16="http://schemas.microsoft.com/office/drawing/2014/main" id="{988ADFAA-D4A6-41A8-8D86-98B2F3E8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8" name="allocation-slot-3">
            <a:extLst xmlns:a="http://schemas.openxmlformats.org/drawingml/2006/main">
              <a:ext uri="{FF2B5EF4-FFF2-40B4-BE49-F238E27FC236}">
                <a16:creationId xmlns:a16="http://schemas.microsoft.com/office/drawing/2014/main" id="{63EEA5A2-9A30-447B-8F97-C0295578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9" name="allocation-slot-token-3">
            <a:extLst xmlns:a="http://schemas.openxmlformats.org/drawingml/2006/main">
              <a:ext uri="{FF2B5EF4-FFF2-40B4-BE49-F238E27FC236}">
                <a16:creationId xmlns:a16="http://schemas.microsoft.com/office/drawing/2014/main" id="{469C5A74-37D4-4164-A690-67F0EFF2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allocation-slot-4">
            <a:extLst xmlns:a="http://schemas.openxmlformats.org/drawingml/2006/main">
              <a:ext uri="{FF2B5EF4-FFF2-40B4-BE49-F238E27FC236}">
                <a16:creationId xmlns:a16="http://schemas.microsoft.com/office/drawing/2014/main" id="{43E7AAF3-9C14-4038-A579-0178A345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1" name="allocation-slot-token-4">
            <a:extLst xmlns:a="http://schemas.openxmlformats.org/drawingml/2006/main">
              <a:ext uri="{FF2B5EF4-FFF2-40B4-BE49-F238E27FC236}">
                <a16:creationId xmlns:a16="http://schemas.microsoft.com/office/drawing/2014/main" id="{C04DEE4E-AFE6-4492-AA81-54ABC999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2" name="allocation-slot-5">
            <a:extLst xmlns:a="http://schemas.openxmlformats.org/drawingml/2006/main">
              <a:ext uri="{FF2B5EF4-FFF2-40B4-BE49-F238E27FC236}">
                <a16:creationId xmlns:a16="http://schemas.microsoft.com/office/drawing/2014/main" id="{7E8E3CC9-967F-4FB9-8993-1D7F4824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771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3" name="allocation-slot-token-5">
            <a:extLst xmlns:a="http://schemas.openxmlformats.org/drawingml/2006/main">
              <a:ext uri="{FF2B5EF4-FFF2-40B4-BE49-F238E27FC236}">
                <a16:creationId xmlns:a16="http://schemas.microsoft.com/office/drawing/2014/main" id="{6446FAE3-A497-4295-9A33-56ECA844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6282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allocation-slot-6">
            <a:extLst xmlns:a="http://schemas.openxmlformats.org/drawingml/2006/main">
              <a:ext uri="{FF2B5EF4-FFF2-40B4-BE49-F238E27FC236}">
                <a16:creationId xmlns:a16="http://schemas.microsoft.com/office/drawing/2014/main" id="{26C112EF-0411-4DA3-9385-DB9FF433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485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5" name="allocation-slot-token-6">
            <a:extLst xmlns:a="http://schemas.openxmlformats.org/drawingml/2006/main">
              <a:ext uri="{FF2B5EF4-FFF2-40B4-BE49-F238E27FC236}">
                <a16:creationId xmlns:a16="http://schemas.microsoft.com/office/drawing/2014/main" id="{6CAFF7F4-7B8E-49B5-97C6-35E935FE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6" name="allocation-slot-7">
            <a:extLst xmlns:a="http://schemas.openxmlformats.org/drawingml/2006/main">
              <a:ext uri="{FF2B5EF4-FFF2-40B4-BE49-F238E27FC236}">
                <a16:creationId xmlns:a16="http://schemas.microsoft.com/office/drawing/2014/main" id="{F3AC57F6-B5F0-4BD0-BC68-97A14E66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7" name="allocation-slot-token-7">
            <a:extLst xmlns:a="http://schemas.openxmlformats.org/drawingml/2006/main">
              <a:ext uri="{FF2B5EF4-FFF2-40B4-BE49-F238E27FC236}">
                <a16:creationId xmlns:a16="http://schemas.microsoft.com/office/drawing/2014/main" id="{84F1A593-D14F-477D-A37C-717C1AC6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5775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8" name="allocation-slot-8">
            <a:extLst xmlns:a="http://schemas.openxmlformats.org/drawingml/2006/main">
              <a:ext uri="{FF2B5EF4-FFF2-40B4-BE49-F238E27FC236}">
                <a16:creationId xmlns:a16="http://schemas.microsoft.com/office/drawing/2014/main" id="{0491A8AD-CCAE-44FE-B40D-0910B5D1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915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9" name="allocation-slot-token-8">
            <a:extLst xmlns:a="http://schemas.openxmlformats.org/drawingml/2006/main">
              <a:ext uri="{FF2B5EF4-FFF2-40B4-BE49-F238E27FC236}">
                <a16:creationId xmlns:a16="http://schemas.microsoft.com/office/drawing/2014/main" id="{9351BD83-88F7-4D48-B906-7DEB13D6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allocation-capacity-bracket">
            <a:extLst xmlns:a="http://schemas.openxmlformats.org/drawingml/2006/main">
              <a:ext uri="{FF2B5EF4-FFF2-40B4-BE49-F238E27FC236}">
                <a16:creationId xmlns:a16="http://schemas.microsoft.com/office/drawing/2014/main" id="{CC938C59-ADB8-4969-9DF3-1FC3C16C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552950"/>
            <a:ext cx="29432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7015102-9F7F-499F-A380-907B0EA2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9DE5E58-3466-46E0-867A-9C19B9E8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34425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3" name="allocation-capacity-label">
            <a:extLst xmlns:a="http://schemas.openxmlformats.org/drawingml/2006/main">
              <a:ext uri="{FF2B5EF4-FFF2-40B4-BE49-F238E27FC236}">
                <a16:creationId xmlns:a16="http://schemas.microsoft.com/office/drawing/2014/main" id="{98D08434-9B14-4046-9E42-74F999AA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5720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fixed capacity</a:t>
            </a:r>
          </a:p>
        </p:txBody>
      </p:sp>
      <p:sp>
        <p:nvSpPr>
          <p:cNvPr id="94" name="allocation-note">
            <a:extLst xmlns:a="http://schemas.openxmlformats.org/drawingml/2006/main">
              <a:ext uri="{FF2B5EF4-FFF2-40B4-BE49-F238E27FC236}">
                <a16:creationId xmlns:a16="http://schemas.microsoft.com/office/drawing/2014/main" id="{36EF5093-4CDE-4DCD-92C8-A92D02C5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714875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6853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Deduplicate before fill; unused reserve capacity returns to the global order.</a:t>
            </a:r>
          </a:p>
        </p:txBody>
      </p:sp>
      <p:sp>
        <p:nvSpPr>
          <p:cNvPr id="95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3CD4D5E6-0656-4C50-926E-DD7DF8C5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14287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Queue result</a:t>
            </a:r>
          </a:p>
        </p:txBody>
      </p:sp>
      <p:sp>
        <p:nvSpPr>
          <p:cNvPr id="96" name="output-caption">
            <a:extLst xmlns:a="http://schemas.openxmlformats.org/drawingml/2006/main">
              <a:ext uri="{FF2B5EF4-FFF2-40B4-BE49-F238E27FC236}">
                <a16:creationId xmlns:a16="http://schemas.microsoft.com/office/drawing/2014/main" id="{99683E0D-D3C4-4AAA-B396-9D4F5449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17716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6078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selected_ids and slot ledger</a:t>
            </a:r>
          </a:p>
        </p:txBody>
      </p:sp>
      <p:sp>
        <p:nvSpPr>
          <p:cNvPr id="97" name="queue-result-ledger">
            <a:extLst xmlns:a="http://schemas.openxmlformats.org/drawingml/2006/main">
              <a:ext uri="{FF2B5EF4-FFF2-40B4-BE49-F238E27FC236}">
                <a16:creationId xmlns:a16="http://schemas.microsoft.com/office/drawing/2014/main" id="{955D2519-43DB-4EB7-BA1B-7D2313EF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2209800"/>
            <a:ext cx="18478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98" name="queue-result-header">
            <a:extLst xmlns:a="http://schemas.openxmlformats.org/drawingml/2006/main">
              <a:ext uri="{FF2B5EF4-FFF2-40B4-BE49-F238E27FC236}">
                <a16:creationId xmlns:a16="http://schemas.microsoft.com/office/drawing/2014/main" id="{96FB29E3-2372-4B95-89B9-6A4A47BB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22098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99" name="queue-result-title">
            <a:extLst xmlns:a="http://schemas.openxmlformats.org/drawingml/2006/main">
              <a:ext uri="{FF2B5EF4-FFF2-40B4-BE49-F238E27FC236}">
                <a16:creationId xmlns:a16="http://schemas.microsoft.com/office/drawing/2014/main" id="{5665436B-D095-4D2D-A243-DABB23E1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2247900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QueueResult</a:t>
            </a:r>
          </a:p>
        </p:txBody>
      </p:sp>
      <p:sp>
        <p:nvSpPr>
          <p:cNvPr id="100" name="selected-ids-label">
            <a:extLst xmlns:a="http://schemas.openxmlformats.org/drawingml/2006/main">
              <a:ext uri="{FF2B5EF4-FFF2-40B4-BE49-F238E27FC236}">
                <a16:creationId xmlns:a16="http://schemas.microsoft.com/office/drawing/2014/main" id="{7955624E-1FC1-4596-BA98-BE5EFBBB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26670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selected_ids</a:t>
            </a:r>
          </a:p>
        </p:txBody>
      </p:sp>
      <p:sp>
        <p:nvSpPr>
          <p:cNvPr id="101" name="result-token-1">
            <a:extLst xmlns:a="http://schemas.openxmlformats.org/drawingml/2006/main">
              <a:ext uri="{FF2B5EF4-FFF2-40B4-BE49-F238E27FC236}">
                <a16:creationId xmlns:a16="http://schemas.microsoft.com/office/drawing/2014/main" id="{7A41647B-ED4F-4E55-B9CA-FD4D4915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86950" y="2971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2" name="result-token-2">
            <a:extLst xmlns:a="http://schemas.openxmlformats.org/drawingml/2006/main">
              <a:ext uri="{FF2B5EF4-FFF2-40B4-BE49-F238E27FC236}">
                <a16:creationId xmlns:a16="http://schemas.microsoft.com/office/drawing/2014/main" id="{6A65457E-3519-4C83-8C89-EA592C53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297180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3" name="result-token-3">
            <a:extLst xmlns:a="http://schemas.openxmlformats.org/drawingml/2006/main">
              <a:ext uri="{FF2B5EF4-FFF2-40B4-BE49-F238E27FC236}">
                <a16:creationId xmlns:a16="http://schemas.microsoft.com/office/drawing/2014/main" id="{DE2A451C-A3B6-4509-93D4-95222B58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20350" y="29718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result-token-4">
            <a:extLst xmlns:a="http://schemas.openxmlformats.org/drawingml/2006/main">
              <a:ext uri="{FF2B5EF4-FFF2-40B4-BE49-F238E27FC236}">
                <a16:creationId xmlns:a16="http://schemas.microsoft.com/office/drawing/2014/main" id="{4F026F76-6193-4F57-9FD8-5F998CC1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87050" y="2971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5" name="result-divider">
            <a:extLst xmlns:a="http://schemas.openxmlformats.org/drawingml/2006/main">
              <a:ext uri="{FF2B5EF4-FFF2-40B4-BE49-F238E27FC236}">
                <a16:creationId xmlns:a16="http://schemas.microsoft.com/office/drawing/2014/main" id="{9DFF66F4-9F4A-45D3-9F93-3F97F64F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48850" y="3267075"/>
            <a:ext cx="1619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06" name="ledger-slot-header">
            <a:extLst xmlns:a="http://schemas.openxmlformats.org/drawingml/2006/main">
              <a:ext uri="{FF2B5EF4-FFF2-40B4-BE49-F238E27FC236}">
                <a16:creationId xmlns:a16="http://schemas.microsoft.com/office/drawing/2014/main" id="{9BDF3BD9-235A-474F-8E1C-C9A3B802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33432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slot</a:t>
            </a:r>
          </a:p>
        </p:txBody>
      </p:sp>
      <p:sp>
        <p:nvSpPr>
          <p:cNvPr id="107" name="ledger-source-header">
            <a:extLst xmlns:a="http://schemas.openxmlformats.org/drawingml/2006/main">
              <a:ext uri="{FF2B5EF4-FFF2-40B4-BE49-F238E27FC236}">
                <a16:creationId xmlns:a16="http://schemas.microsoft.com/office/drawing/2014/main" id="{B87A7A4B-68C9-4C78-980B-896801C1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15600" y="334327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8" name="ledger-slot-1">
            <a:extLst xmlns:a="http://schemas.openxmlformats.org/drawingml/2006/main">
              <a:ext uri="{FF2B5EF4-FFF2-40B4-BE49-F238E27FC236}">
                <a16:creationId xmlns:a16="http://schemas.microsoft.com/office/drawing/2014/main" id="{1C13A40B-B5B6-49B4-85B4-8642BA44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3600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9" name="ledger-source-1">
            <a:extLst xmlns:a="http://schemas.openxmlformats.org/drawingml/2006/main">
              <a:ext uri="{FF2B5EF4-FFF2-40B4-BE49-F238E27FC236}">
                <a16:creationId xmlns:a16="http://schemas.microsoft.com/office/drawing/2014/main" id="{54D3702D-5EB3-4E9A-BBE7-89931C4D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15600" y="3600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110" name="contract-divider">
            <a:extLst xmlns:a="http://schemas.openxmlformats.org/drawingml/2006/main">
              <a:ext uri="{FF2B5EF4-FFF2-40B4-BE49-F238E27FC236}">
                <a16:creationId xmlns:a16="http://schemas.microsoft.com/office/drawing/2014/main" id="{72930570-FF20-4E7A-97D1-C2BBE94B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516255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111" name="contract-heading">
            <a:extLst xmlns:a="http://schemas.openxmlformats.org/drawingml/2006/main">
              <a:ext uri="{FF2B5EF4-FFF2-40B4-BE49-F238E27FC236}">
                <a16:creationId xmlns:a16="http://schemas.microsoft.com/office/drawing/2014/main" id="{03588589-C72A-49DB-BC6A-B2A1F2A4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23875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112" name="contract-copy">
            <a:extLst xmlns:a="http://schemas.openxmlformats.org/drawingml/2006/main">
              <a:ext uri="{FF2B5EF4-FFF2-40B4-BE49-F238E27FC236}">
                <a16:creationId xmlns:a16="http://schemas.microsoft.com/office/drawing/2014/main" id="{93675602-0AAD-40A6-8DE6-C7FEB84D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476875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fixed capacity | stable ties | no duplicate slots | complete assignment ledger</a:t>
            </a:r>
          </a:p>
        </p:txBody>
      </p:sp>
      <p:sp>
        <p:nvSpPr>
          <p:cNvPr id="113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752A89C1-35B9-4A9E-9184-6E906B88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762625"/>
            <a:ext cx="1112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The package governs access to review capacity; it does not interpret the underlying evidence.</a:t>
            </a:r>
          </a:p>
        </p:txBody>
      </p:sp>
    </p:spTree>
    <p:extLst>
      <p:ext uri="{BB962C8B-B14F-4D97-AF65-F5344CB8AC3E}">
        <p14:creationId xmlns:p14="http://schemas.microsoft.com/office/powerpoint/2010/main" val="5978126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2026-07-22T01:10:35.4840000Z</dcterms:created>
  <dcterms:modified xsi:type="dcterms:W3CDTF">2026-07-22T01:10:35.4840000Z</dcterms:modified>
</coreProperties>
</file>