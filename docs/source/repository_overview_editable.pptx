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e212d0d549476b" /><Relationship Type="http://schemas.openxmlformats.org/officeDocument/2006/relationships/extended-properties" Target="/docProps/app.xml" Id="Rd90e96121ebd4c30" /><Relationship Type="http://schemas.openxmlformats.org/officeDocument/2006/relationships/officeDocument" Target="/ppt/presentation.xml" Id="R0b96f888b6e74f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44632bf4384d88"/>
  </p:sldMasterIdLst>
  <p:notesMasterIdLst>
    <p:notesMasterId xmlns:r="http://schemas.openxmlformats.org/officeDocument/2006/relationships" r:id="R806663b2d6db475f"/>
  </p:notesMasterIdLst>
  <p:sldIdLst>
    <p:sldId xmlns:r="http://schemas.openxmlformats.org/officeDocument/2006/relationships" id="256" r:id="Rdc454c64dbef4162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243382db9c4d56" /><Relationship Type="http://schemas.openxmlformats.org/officeDocument/2006/relationships/slideMaster" Target="/ppt/slideMasters/slideMaster1.xml" Id="R8444632bf4384d88" /><Relationship Type="http://schemas.openxmlformats.org/officeDocument/2006/relationships/notesMaster" Target="/ppt/notesMasters/notesMaster1.xml" Id="R806663b2d6db475f" /><Relationship Type="http://schemas.openxmlformats.org/officeDocument/2006/relationships/presProps" Target="/ppt/presProps.xml" Id="R08100f02178345e5" /><Relationship Type="http://schemas.openxmlformats.org/officeDocument/2006/relationships/tableStyles" Target="/ppt/tableStyles.xml" Id="Rcdaa43554c2c4316" /><Relationship Type="http://schemas.openxmlformats.org/officeDocument/2006/relationships/slide" Target="/ppt/slides/slide1.xml" Id="Rdc454c64dbef41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4e96e584f843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ad21b9c7f144f9" /><Relationship Type="http://schemas.openxmlformats.org/officeDocument/2006/relationships/notesMaster" Target="/ppt/notesMasters/notesMaster1.xml" Id="Rd647ecb078094e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d00bce585041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cfb21f639e41f5" /><Relationship Type="http://schemas.openxmlformats.org/officeDocument/2006/relationships/slideLayout" Target="/ppt/slideLayouts/slideLayout1.xml" Id="R95a618d27ef14b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a618d27ef14b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174d8b80d4168" /><Relationship Type="http://schemas.openxmlformats.org/officeDocument/2006/relationships/notesSlide" Target="/ppt/notesSlides/notesSlide1.xml" Id="R57290280ae9443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overview-eyebrow">
            <a:extLst xmlns:a="http://schemas.openxmlformats.org/drawingml/2006/main">
              <a:ext uri="{FF2B5EF4-FFF2-40B4-BE49-F238E27FC236}">
                <a16:creationId xmlns:a16="http://schemas.microsoft.com/office/drawing/2014/main" id="{005902DC-EB00-406B-B18E-C60D93DA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MECHANISM OVERVIEW</a:t>
            </a:r>
          </a:p>
        </p:txBody>
      </p:sp>
      <p:sp>
        <p:nvSpPr>
          <p:cNvPr id="2" name="overview-takeaway">
            <a:extLst xmlns:a="http://schemas.openxmlformats.org/drawingml/2006/main">
              <a:ext uri="{FF2B5EF4-FFF2-40B4-BE49-F238E27FC236}">
                <a16:creationId xmlns:a16="http://schemas.microsoft.com/office/drawing/2014/main" id="{E095E1BE-B722-4B60-B23C-C3FB1458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52387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A fixed review budget, allocated by explicit rules</a:t>
            </a:r>
          </a:p>
        </p:txBody>
      </p:sp>
      <p:sp>
        <p:nvSpPr>
          <p:cNvPr id="3" name="overview-subtitle">
            <a:extLst xmlns:a="http://schemas.openxmlformats.org/drawingml/2006/main">
              <a:ext uri="{FF2B5EF4-FFF2-40B4-BE49-F238E27FC236}">
                <a16:creationId xmlns:a16="http://schemas.microsoft.com/office/drawing/2014/main" id="{E287542C-7930-4FA9-AA59-80E9A77C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9525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One candidate pool becomes a deterministic queue and a complete slot-level ledger.</a:t>
            </a:r>
          </a:p>
        </p:txBody>
      </p:sp>
      <p:sp>
        <p:nvSpPr>
          <p:cNvPr id="4" name="overview-divider">
            <a:extLst xmlns:a="http://schemas.openxmlformats.org/drawingml/2006/main">
              <a:ext uri="{FF2B5EF4-FFF2-40B4-BE49-F238E27FC236}">
                <a16:creationId xmlns:a16="http://schemas.microsoft.com/office/drawing/2014/main" id="{33CEAA19-536D-4BFA-BD78-F995FF77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6250" y="1390650"/>
            <a:ext cx="11239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5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CC5DDD75-8410-422D-A3D8-65E521F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71725" y="2914650"/>
            <a:ext cx="3619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D1D56952-18F3-4C05-9754-1120868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57725" y="2914650"/>
            <a:ext cx="3619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low-arrow-3">
            <a:extLst xmlns:a="http://schemas.openxmlformats.org/drawingml/2006/main">
              <a:ext uri="{FF2B5EF4-FFF2-40B4-BE49-F238E27FC236}">
                <a16:creationId xmlns:a16="http://schemas.microsoft.com/office/drawing/2014/main" id="{151D806A-2170-4AE5-8E84-1F1EDABE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2914650"/>
            <a:ext cx="3619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arrow-4">
            <a:extLst xmlns:a="http://schemas.openxmlformats.org/drawingml/2006/main">
              <a:ext uri="{FF2B5EF4-FFF2-40B4-BE49-F238E27FC236}">
                <a16:creationId xmlns:a16="http://schemas.microsoft.com/office/drawing/2014/main" id="{54A48854-0513-4C3F-B3E4-8E3B49FC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2914650"/>
            <a:ext cx="3619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ep-01-label">
            <a:extLst xmlns:a="http://schemas.openxmlformats.org/drawingml/2006/main">
              <a:ext uri="{FF2B5EF4-FFF2-40B4-BE49-F238E27FC236}">
                <a16:creationId xmlns:a16="http://schemas.microsoft.com/office/drawing/2014/main" id="{AB9E05C1-BF83-41BA-83A0-E618E7F5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1685925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7FA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7FA0"/>
                </a:solidFill>
                <a:latin typeface="Arial"/>
                <a:ea typeface="Arial"/>
                <a:cs typeface="Arial"/>
              </a:rPr>
              <a:t>01  INPUT</a:t>
            </a:r>
          </a:p>
        </p:txBody>
      </p:sp>
      <p:sp>
        <p:nvSpPr>
          <p:cNvPr id="10" name="step-01-title">
            <a:extLst xmlns:a="http://schemas.openxmlformats.org/drawingml/2006/main">
              <a:ext uri="{FF2B5EF4-FFF2-40B4-BE49-F238E27FC236}">
                <a16:creationId xmlns:a16="http://schemas.microsoft.com/office/drawing/2014/main" id="{3EB395A6-9BF0-4220-8105-CB19D847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19240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</a:t>
            </a:r>
          </a:p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records</a:t>
            </a:r>
          </a:p>
        </p:txBody>
      </p:sp>
      <p:sp>
        <p:nvSpPr>
          <p:cNvPr id="11" name="step-02-label">
            <a:extLst xmlns:a="http://schemas.openxmlformats.org/drawingml/2006/main">
              <a:ext uri="{FF2B5EF4-FFF2-40B4-BE49-F238E27FC236}">
                <a16:creationId xmlns:a16="http://schemas.microsoft.com/office/drawing/2014/main" id="{D8DADE3F-9208-4193-8147-B995D7AC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1775" y="1685925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02  RANK</a:t>
            </a:r>
          </a:p>
        </p:txBody>
      </p:sp>
      <p:sp>
        <p:nvSpPr>
          <p:cNvPr id="12" name="step-02-title">
            <a:extLst xmlns:a="http://schemas.openxmlformats.org/drawingml/2006/main">
              <a:ext uri="{FF2B5EF4-FFF2-40B4-BE49-F238E27FC236}">
                <a16:creationId xmlns:a16="http://schemas.microsoft.com/office/drawing/2014/main" id="{D133939F-9C1A-4C7B-BB23-123BA01A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1775" y="19240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Deterministic</a:t>
            </a:r>
          </a:p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ordering</a:t>
            </a:r>
          </a:p>
        </p:txBody>
      </p:sp>
      <p:sp>
        <p:nvSpPr>
          <p:cNvPr id="13" name="step-03-label">
            <a:extLst xmlns:a="http://schemas.openxmlformats.org/drawingml/2006/main">
              <a:ext uri="{FF2B5EF4-FFF2-40B4-BE49-F238E27FC236}">
                <a16:creationId xmlns:a16="http://schemas.microsoft.com/office/drawing/2014/main" id="{E9F4627B-FAC7-4B1A-A139-FE8F1C63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7775" y="1685925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03  RESERVE</a:t>
            </a:r>
          </a:p>
        </p:txBody>
      </p:sp>
      <p:sp>
        <p:nvSpPr>
          <p:cNvPr id="14" name="step-03-title">
            <a:extLst xmlns:a="http://schemas.openxmlformats.org/drawingml/2006/main">
              <a:ext uri="{FF2B5EF4-FFF2-40B4-BE49-F238E27FC236}">
                <a16:creationId xmlns:a16="http://schemas.microsoft.com/office/drawing/2014/main" id="{B8D3181E-F49D-4EE7-99D7-28FCB2FE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7775" y="19240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Declared</a:t>
            </a:r>
          </a:p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policies</a:t>
            </a:r>
          </a:p>
        </p:txBody>
      </p:sp>
      <p:sp>
        <p:nvSpPr>
          <p:cNvPr id="15" name="step-04-label">
            <a:extLst xmlns:a="http://schemas.openxmlformats.org/drawingml/2006/main">
              <a:ext uri="{FF2B5EF4-FFF2-40B4-BE49-F238E27FC236}">
                <a16:creationId xmlns:a16="http://schemas.microsoft.com/office/drawing/2014/main" id="{10F061C6-D00A-47F0-A4F5-5D11F01A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685925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04  FILL</a:t>
            </a:r>
          </a:p>
        </p:txBody>
      </p:sp>
      <p:sp>
        <p:nvSpPr>
          <p:cNvPr id="16" name="step-04-title">
            <a:extLst xmlns:a="http://schemas.openxmlformats.org/drawingml/2006/main">
              <a:ext uri="{FF2B5EF4-FFF2-40B4-BE49-F238E27FC236}">
                <a16:creationId xmlns:a16="http://schemas.microsoft.com/office/drawing/2014/main" id="{81E9596A-9B26-44F6-A32B-3209C38E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9240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Deduplicate +</a:t>
            </a:r>
          </a:p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fill</a:t>
            </a:r>
          </a:p>
        </p:txBody>
      </p:sp>
      <p:sp>
        <p:nvSpPr>
          <p:cNvPr id="17" name="step-05-label">
            <a:extLst xmlns:a="http://schemas.openxmlformats.org/drawingml/2006/main">
              <a:ext uri="{FF2B5EF4-FFF2-40B4-BE49-F238E27FC236}">
                <a16:creationId xmlns:a16="http://schemas.microsoft.com/office/drawing/2014/main" id="{62E78F0B-FD0C-4E46-8781-C3329AA0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16859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05  RETURN</a:t>
            </a:r>
          </a:p>
        </p:txBody>
      </p:sp>
      <p:sp>
        <p:nvSpPr>
          <p:cNvPr id="18" name="step-05-title">
            <a:extLst xmlns:a="http://schemas.openxmlformats.org/drawingml/2006/main">
              <a:ext uri="{FF2B5EF4-FFF2-40B4-BE49-F238E27FC236}">
                <a16:creationId xmlns:a16="http://schemas.microsoft.com/office/drawing/2014/main" id="{8149D430-C04C-45FD-8308-F7396AB1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192405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Selection +</a:t>
            </a:r>
          </a:p>
          <a:p xmlns:a="http://schemas.openxmlformats.org/drawingml/2006/main">
            <a:pPr algn="l">
              <a:defRPr sz="15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ledger</a:t>
            </a:r>
          </a:p>
        </p:txBody>
      </p:sp>
      <p:sp>
        <p:nvSpPr>
          <p:cNvPr id="19" name="candidate-records-sheet">
            <a:extLst xmlns:a="http://schemas.openxmlformats.org/drawingml/2006/main">
              <a:ext uri="{FF2B5EF4-FFF2-40B4-BE49-F238E27FC236}">
                <a16:creationId xmlns:a16="http://schemas.microsoft.com/office/drawing/2014/main" id="{2EB9EF46-ABBD-43A7-8621-AAB0BAB1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457450"/>
            <a:ext cx="1714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20" name="candidate-records-header">
            <a:extLst xmlns:a="http://schemas.openxmlformats.org/drawingml/2006/main">
              <a:ext uri="{FF2B5EF4-FFF2-40B4-BE49-F238E27FC236}">
                <a16:creationId xmlns:a16="http://schemas.microsoft.com/office/drawing/2014/main" id="{C98B9C94-A80A-48BA-A579-28104044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457450"/>
            <a:ext cx="171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21" name="candidate-id-header">
            <a:extLst xmlns:a="http://schemas.openxmlformats.org/drawingml/2006/main">
              <a:ext uri="{FF2B5EF4-FFF2-40B4-BE49-F238E27FC236}">
                <a16:creationId xmlns:a16="http://schemas.microsoft.com/office/drawing/2014/main" id="{492CC0C1-62E5-489C-BD92-41E5E0B2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49555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22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7B68A42B-9366-43DB-AFC1-F7401219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2495550"/>
            <a:ext cx="495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3" name="candidate-token-1">
            <a:extLst xmlns:a="http://schemas.openxmlformats.org/drawingml/2006/main">
              <a:ext uri="{FF2B5EF4-FFF2-40B4-BE49-F238E27FC236}">
                <a16:creationId xmlns:a16="http://schemas.microsoft.com/office/drawing/2014/main" id="{F08DDD20-AD8F-46A7-BE4B-6281B8BE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29337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andidate-id-1">
            <a:extLst xmlns:a="http://schemas.openxmlformats.org/drawingml/2006/main">
              <a:ext uri="{FF2B5EF4-FFF2-40B4-BE49-F238E27FC236}">
                <a16:creationId xmlns:a16="http://schemas.microsoft.com/office/drawing/2014/main" id="{7C41CEC5-B8CB-463F-A21C-9D92DFBF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28956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25" name="candidate-score-1">
            <a:extLst xmlns:a="http://schemas.openxmlformats.org/drawingml/2006/main">
              <a:ext uri="{FF2B5EF4-FFF2-40B4-BE49-F238E27FC236}">
                <a16:creationId xmlns:a16="http://schemas.microsoft.com/office/drawing/2014/main" id="{88CF2477-EC58-48AA-A3CC-6C326D99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4975" y="289560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26" name="candidate-row-line-1">
            <a:extLst xmlns:a="http://schemas.openxmlformats.org/drawingml/2006/main">
              <a:ext uri="{FF2B5EF4-FFF2-40B4-BE49-F238E27FC236}">
                <a16:creationId xmlns:a16="http://schemas.microsoft.com/office/drawing/2014/main" id="{9E287C44-C406-4B2F-AA4D-48FF3480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6750" y="3248025"/>
            <a:ext cx="1485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7" name="candidate-token-2">
            <a:extLst xmlns:a="http://schemas.openxmlformats.org/drawingml/2006/main">
              <a:ext uri="{FF2B5EF4-FFF2-40B4-BE49-F238E27FC236}">
                <a16:creationId xmlns:a16="http://schemas.microsoft.com/office/drawing/2014/main" id="{BF543F77-7CCC-4649-9723-043A23D3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314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8" name="candidate-id-2">
            <a:extLst xmlns:a="http://schemas.openxmlformats.org/drawingml/2006/main">
              <a:ext uri="{FF2B5EF4-FFF2-40B4-BE49-F238E27FC236}">
                <a16:creationId xmlns:a16="http://schemas.microsoft.com/office/drawing/2014/main" id="{9C75D439-8BE8-46C3-BDBB-0FDFE7A7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32766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29" name="candidate-score-2">
            <a:extLst xmlns:a="http://schemas.openxmlformats.org/drawingml/2006/main">
              <a:ext uri="{FF2B5EF4-FFF2-40B4-BE49-F238E27FC236}">
                <a16:creationId xmlns:a16="http://schemas.microsoft.com/office/drawing/2014/main" id="{7346A552-9ED6-4B2C-980B-E170267F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4975" y="327660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30" name="candidate-row-line-2">
            <a:extLst xmlns:a="http://schemas.openxmlformats.org/drawingml/2006/main">
              <a:ext uri="{FF2B5EF4-FFF2-40B4-BE49-F238E27FC236}">
                <a16:creationId xmlns:a16="http://schemas.microsoft.com/office/drawing/2014/main" id="{C3983B10-B984-4906-BF3A-D6B97682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6750" y="3629025"/>
            <a:ext cx="1485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1" name="candidate-token-3">
            <a:extLst xmlns:a="http://schemas.openxmlformats.org/drawingml/2006/main">
              <a:ext uri="{FF2B5EF4-FFF2-40B4-BE49-F238E27FC236}">
                <a16:creationId xmlns:a16="http://schemas.microsoft.com/office/drawing/2014/main" id="{B14242C0-E704-4BD8-8EB2-ED517960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69570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32" name="candidate-id-3">
            <a:extLst xmlns:a="http://schemas.openxmlformats.org/drawingml/2006/main">
              <a:ext uri="{FF2B5EF4-FFF2-40B4-BE49-F238E27FC236}">
                <a16:creationId xmlns:a16="http://schemas.microsoft.com/office/drawing/2014/main" id="{6E385470-3998-452C-972D-45D787C8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36576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33" name="candidate-score-3">
            <a:extLst xmlns:a="http://schemas.openxmlformats.org/drawingml/2006/main">
              <a:ext uri="{FF2B5EF4-FFF2-40B4-BE49-F238E27FC236}">
                <a16:creationId xmlns:a16="http://schemas.microsoft.com/office/drawing/2014/main" id="{86DA33E7-FA1F-45B2-B5FD-80A783CA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04975" y="365760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34" name="rank-number-1">
            <a:extLst xmlns:a="http://schemas.openxmlformats.org/drawingml/2006/main">
              <a:ext uri="{FF2B5EF4-FFF2-40B4-BE49-F238E27FC236}">
                <a16:creationId xmlns:a16="http://schemas.microsoft.com/office/drawing/2014/main" id="{6A11DEC5-5833-4D33-B365-80C66F2C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5336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5" name="rank-row-1">
            <a:extLst xmlns:a="http://schemas.openxmlformats.org/drawingml/2006/main">
              <a:ext uri="{FF2B5EF4-FFF2-40B4-BE49-F238E27FC236}">
                <a16:creationId xmlns:a16="http://schemas.microsoft.com/office/drawing/2014/main" id="{DC3D8366-1D14-49A6-8C93-100D7DC3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25336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6" name="rank-id-1">
            <a:extLst xmlns:a="http://schemas.openxmlformats.org/drawingml/2006/main">
              <a:ext uri="{FF2B5EF4-FFF2-40B4-BE49-F238E27FC236}">
                <a16:creationId xmlns:a16="http://schemas.microsoft.com/office/drawing/2014/main" id="{B5987DF5-421E-4BFA-94FE-DA614786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5431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26355F"/>
                </a:solidFill>
                <a:latin typeface="Courier New"/>
                <a:ea typeface="Courier New"/>
                <a:cs typeface="Courier New"/>
              </a:rPr>
              <a:t>A07</a:t>
            </a:r>
          </a:p>
        </p:txBody>
      </p:sp>
      <p:sp>
        <p:nvSpPr>
          <p:cNvPr id="37" name="rank-score-1">
            <a:extLst xmlns:a="http://schemas.openxmlformats.org/drawingml/2006/main">
              <a:ext uri="{FF2B5EF4-FFF2-40B4-BE49-F238E27FC236}">
                <a16:creationId xmlns:a16="http://schemas.microsoft.com/office/drawing/2014/main" id="{6D92BE69-1CB2-4DD9-9613-96995F63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81425" y="25431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0.91</a:t>
            </a:r>
          </a:p>
        </p:txBody>
      </p:sp>
      <p:sp>
        <p:nvSpPr>
          <p:cNvPr id="38" name="rank-number-2">
            <a:extLst xmlns:a="http://schemas.openxmlformats.org/drawingml/2006/main">
              <a:ext uri="{FF2B5EF4-FFF2-40B4-BE49-F238E27FC236}">
                <a16:creationId xmlns:a16="http://schemas.microsoft.com/office/drawing/2014/main" id="{AFC451EC-630F-410A-8C29-9BD614AA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9337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9" name="rank-row-2">
            <a:extLst xmlns:a="http://schemas.openxmlformats.org/drawingml/2006/main">
              <a:ext uri="{FF2B5EF4-FFF2-40B4-BE49-F238E27FC236}">
                <a16:creationId xmlns:a16="http://schemas.microsoft.com/office/drawing/2014/main" id="{86EA53F0-FC92-4779-AA31-6D983BEF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29337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0" name="rank-id-2">
            <a:extLst xmlns:a="http://schemas.openxmlformats.org/drawingml/2006/main">
              <a:ext uri="{FF2B5EF4-FFF2-40B4-BE49-F238E27FC236}">
                <a16:creationId xmlns:a16="http://schemas.microsoft.com/office/drawing/2014/main" id="{BD22C08F-0572-4136-A88E-65C442AC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9432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7FA0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257FA0"/>
                </a:solidFill>
                <a:latin typeface="Courier New"/>
                <a:ea typeface="Courier New"/>
                <a:cs typeface="Courier New"/>
              </a:rPr>
              <a:t>B12</a:t>
            </a:r>
          </a:p>
        </p:txBody>
      </p:sp>
      <p:sp>
        <p:nvSpPr>
          <p:cNvPr id="41" name="rank-score-2">
            <a:extLst xmlns:a="http://schemas.openxmlformats.org/drawingml/2006/main">
              <a:ext uri="{FF2B5EF4-FFF2-40B4-BE49-F238E27FC236}">
                <a16:creationId xmlns:a16="http://schemas.microsoft.com/office/drawing/2014/main" id="{DCBFEA8D-D3C8-4BCF-B537-2F001F51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81425" y="29432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0.82</a:t>
            </a:r>
          </a:p>
        </p:txBody>
      </p:sp>
      <p:sp>
        <p:nvSpPr>
          <p:cNvPr id="42" name="rank-number-3">
            <a:extLst xmlns:a="http://schemas.openxmlformats.org/drawingml/2006/main">
              <a:ext uri="{FF2B5EF4-FFF2-40B4-BE49-F238E27FC236}">
                <a16:creationId xmlns:a16="http://schemas.microsoft.com/office/drawing/2014/main" id="{AD9E0DC1-A901-4F8F-A90B-D4D026E7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33337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3" name="rank-row-3">
            <a:extLst xmlns:a="http://schemas.openxmlformats.org/drawingml/2006/main">
              <a:ext uri="{FF2B5EF4-FFF2-40B4-BE49-F238E27FC236}">
                <a16:creationId xmlns:a16="http://schemas.microsoft.com/office/drawing/2014/main" id="{53F8E408-0A61-4CB1-91E2-F92C14C9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33337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4" name="rank-id-3">
            <a:extLst xmlns:a="http://schemas.openxmlformats.org/drawingml/2006/main">
              <a:ext uri="{FF2B5EF4-FFF2-40B4-BE49-F238E27FC236}">
                <a16:creationId xmlns:a16="http://schemas.microsoft.com/office/drawing/2014/main" id="{6CABD038-E3FD-4293-8370-49362232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33432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65A8D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765A8D"/>
                </a:solidFill>
                <a:latin typeface="Courier New"/>
                <a:ea typeface="Courier New"/>
                <a:cs typeface="Courier New"/>
              </a:rPr>
              <a:t>C03</a:t>
            </a:r>
          </a:p>
        </p:txBody>
      </p:sp>
      <p:sp>
        <p:nvSpPr>
          <p:cNvPr id="45" name="rank-score-3">
            <a:extLst xmlns:a="http://schemas.openxmlformats.org/drawingml/2006/main">
              <a:ext uri="{FF2B5EF4-FFF2-40B4-BE49-F238E27FC236}">
                <a16:creationId xmlns:a16="http://schemas.microsoft.com/office/drawing/2014/main" id="{971B89F2-82DD-45F4-BADE-07031FFB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81425" y="33432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0.82</a:t>
            </a:r>
          </a:p>
        </p:txBody>
      </p:sp>
      <p:sp>
        <p:nvSpPr>
          <p:cNvPr id="46" name="rank-number-4">
            <a:extLst xmlns:a="http://schemas.openxmlformats.org/drawingml/2006/main">
              <a:ext uri="{FF2B5EF4-FFF2-40B4-BE49-F238E27FC236}">
                <a16:creationId xmlns:a16="http://schemas.microsoft.com/office/drawing/2014/main" id="{525894C0-2B70-49AF-848D-1DD465A3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37338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7" name="rank-row-4">
            <a:extLst xmlns:a="http://schemas.openxmlformats.org/drawingml/2006/main">
              <a:ext uri="{FF2B5EF4-FFF2-40B4-BE49-F238E27FC236}">
                <a16:creationId xmlns:a16="http://schemas.microsoft.com/office/drawing/2014/main" id="{06DA6377-8382-47F0-B35F-10D91C13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37338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8" name="rank-id-4">
            <a:extLst xmlns:a="http://schemas.openxmlformats.org/drawingml/2006/main">
              <a:ext uri="{FF2B5EF4-FFF2-40B4-BE49-F238E27FC236}">
                <a16:creationId xmlns:a16="http://schemas.microsoft.com/office/drawing/2014/main" id="{2D7A4CC8-AC65-49AD-9FC9-6621DF4F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37433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077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637077"/>
                </a:solidFill>
                <a:latin typeface="Courier New"/>
                <a:ea typeface="Courier New"/>
                <a:cs typeface="Courier New"/>
              </a:rPr>
              <a:t>D09</a:t>
            </a:r>
          </a:p>
        </p:txBody>
      </p:sp>
      <p:sp>
        <p:nvSpPr>
          <p:cNvPr id="49" name="rank-score-4">
            <a:extLst xmlns:a="http://schemas.openxmlformats.org/drawingml/2006/main">
              <a:ext uri="{FF2B5EF4-FFF2-40B4-BE49-F238E27FC236}">
                <a16:creationId xmlns:a16="http://schemas.microsoft.com/office/drawing/2014/main" id="{9A2CBC72-B46A-4F73-9BBB-8C8C8A21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81425" y="37433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0.64</a:t>
            </a:r>
          </a:p>
        </p:txBody>
      </p:sp>
      <p:sp>
        <p:nvSpPr>
          <p:cNvPr id="50" name="stable-tie-bracket">
            <a:extLst xmlns:a="http://schemas.openxmlformats.org/drawingml/2006/main">
              <a:ext uri="{FF2B5EF4-FFF2-40B4-BE49-F238E27FC236}">
                <a16:creationId xmlns:a16="http://schemas.microsoft.com/office/drawing/2014/main" id="{B325B5FA-67E4-4C83-8157-CA82FF6E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57700" y="2971800"/>
            <a:ext cx="9525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48FAD03-EE1B-42B5-9909-A5DBC99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91025" y="297180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1ECFE1-2D16-4CA2-81A4-609D8B22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91025" y="360045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53" name="stable-tie-label">
            <a:extLst xmlns:a="http://schemas.openxmlformats.org/drawingml/2006/main">
              <a:ext uri="{FF2B5EF4-FFF2-40B4-BE49-F238E27FC236}">
                <a16:creationId xmlns:a16="http://schemas.microsoft.com/office/drawing/2014/main" id="{C95E80CB-8729-4CED-A3B0-11E352E2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43350" y="36004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232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stable tie</a:t>
            </a:r>
          </a:p>
        </p:txBody>
      </p:sp>
      <p:sp>
        <p:nvSpPr>
          <p:cNvPr id="54" name="reserve-policy-code">
            <a:extLst xmlns:a="http://schemas.openxmlformats.org/drawingml/2006/main">
              <a:ext uri="{FF2B5EF4-FFF2-40B4-BE49-F238E27FC236}">
                <a16:creationId xmlns:a16="http://schemas.microsoft.com/office/drawing/2014/main" id="{A5C1A77C-E2AA-4971-906E-BF5BD48F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2552700"/>
            <a:ext cx="1790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5240">
            <a:solidFill>
              <a:srgbClr val="26785F"/>
            </a:solidFill>
            <a:prstDash val="solid"/>
          </a:ln>
        </p:spPr>
      </p:sp>
      <p:sp>
        <p:nvSpPr>
          <p:cNvPr id="55" name="policy-call">
            <a:extLst xmlns:a="http://schemas.openxmlformats.org/drawingml/2006/main">
              <a:ext uri="{FF2B5EF4-FFF2-40B4-BE49-F238E27FC236}">
                <a16:creationId xmlns:a16="http://schemas.microsoft.com/office/drawing/2014/main" id="{1D12C0FA-8C5F-4A90-9E90-E8739D2F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264795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785F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26785F"/>
                </a:solidFill>
                <a:latin typeface="Courier New"/>
                <a:ea typeface="Courier New"/>
                <a:cs typeface="Courier New"/>
              </a:rPr>
              <a:t>ReservePolicy(</a:t>
            </a:r>
          </a:p>
        </p:txBody>
      </p:sp>
      <p:sp>
        <p:nvSpPr>
          <p:cNvPr id="56" name="policy-name">
            <a:extLst xmlns:a="http://schemas.openxmlformats.org/drawingml/2006/main">
              <a:ext uri="{FF2B5EF4-FFF2-40B4-BE49-F238E27FC236}">
                <a16:creationId xmlns:a16="http://schemas.microsoft.com/office/drawing/2014/main" id="{203E441E-FF93-41D8-ACE1-FA2D24B3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2952750"/>
            <a:ext cx="1466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name='profile'</a:t>
            </a:r>
          </a:p>
        </p:txBody>
      </p:sp>
      <p:sp>
        <p:nvSpPr>
          <p:cNvPr id="57" name="policy-fraction">
            <a:extLst xmlns:a="http://schemas.openxmlformats.org/drawingml/2006/main">
              <a:ext uri="{FF2B5EF4-FFF2-40B4-BE49-F238E27FC236}">
                <a16:creationId xmlns:a16="http://schemas.microsoft.com/office/drawing/2014/main" id="{5C44D149-7416-4AEA-9A48-DFD47565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3238500"/>
            <a:ext cx="1466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fraction=0.10</a:t>
            </a:r>
          </a:p>
        </p:txBody>
      </p:sp>
      <p:sp>
        <p:nvSpPr>
          <p:cNvPr id="58" name="policy-score">
            <a:extLst xmlns:a="http://schemas.openxmlformats.org/drawingml/2006/main">
              <a:ext uri="{FF2B5EF4-FFF2-40B4-BE49-F238E27FC236}">
                <a16:creationId xmlns:a16="http://schemas.microsoft.com/office/drawing/2014/main" id="{884FC24B-5797-4047-9040-4F4AF94D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3524250"/>
            <a:ext cx="1466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score='reserve'</a:t>
            </a:r>
          </a:p>
        </p:txBody>
      </p:sp>
      <p:sp>
        <p:nvSpPr>
          <p:cNvPr id="59" name="policy-close">
            <a:extLst xmlns:a="http://schemas.openxmlformats.org/drawingml/2006/main">
              <a:ext uri="{FF2B5EF4-FFF2-40B4-BE49-F238E27FC236}">
                <a16:creationId xmlns:a16="http://schemas.microsoft.com/office/drawing/2014/main" id="{5342DB4A-E291-4030-A77B-74C9979E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3733800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785F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26785F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60" name="policy-profile-token">
            <a:extLst xmlns:a="http://schemas.openxmlformats.org/drawingml/2006/main">
              <a:ext uri="{FF2B5EF4-FFF2-40B4-BE49-F238E27FC236}">
                <a16:creationId xmlns:a16="http://schemas.microsoft.com/office/drawing/2014/main" id="{64C872C3-86B8-4012-9FB1-90595AC6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9825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1" name="policy-weak-token">
            <a:extLst xmlns:a="http://schemas.openxmlformats.org/drawingml/2006/main">
              <a:ext uri="{FF2B5EF4-FFF2-40B4-BE49-F238E27FC236}">
                <a16:creationId xmlns:a16="http://schemas.microsoft.com/office/drawing/2014/main" id="{98A6B5BA-9FC5-40AF-9250-09BA9304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67475" y="367665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2" name="reserve-source-label">
            <a:extLst xmlns:a="http://schemas.openxmlformats.org/drawingml/2006/main">
              <a:ext uri="{FF2B5EF4-FFF2-40B4-BE49-F238E27FC236}">
                <a16:creationId xmlns:a16="http://schemas.microsoft.com/office/drawing/2014/main" id="{E8B17BFF-D121-4381-9A2C-A8848FE2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24574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</a:t>
            </a:r>
          </a:p>
        </p:txBody>
      </p:sp>
      <p:sp>
        <p:nvSpPr>
          <p:cNvPr id="63" name="reserve-source-profile">
            <a:extLst xmlns:a="http://schemas.openxmlformats.org/drawingml/2006/main">
              <a:ext uri="{FF2B5EF4-FFF2-40B4-BE49-F238E27FC236}">
                <a16:creationId xmlns:a16="http://schemas.microsoft.com/office/drawing/2014/main" id="{98808A70-1103-47A4-BEF1-2DDA8AA3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2476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4" name="reserve-source-weak">
            <a:extLst xmlns:a="http://schemas.openxmlformats.org/drawingml/2006/main">
              <a:ext uri="{FF2B5EF4-FFF2-40B4-BE49-F238E27FC236}">
                <a16:creationId xmlns:a16="http://schemas.microsoft.com/office/drawing/2014/main" id="{05B894F6-6367-4D58-A0C0-B559E429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247650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5" name="global-fill-label">
            <a:extLst xmlns:a="http://schemas.openxmlformats.org/drawingml/2006/main">
              <a:ext uri="{FF2B5EF4-FFF2-40B4-BE49-F238E27FC236}">
                <a16:creationId xmlns:a16="http://schemas.microsoft.com/office/drawing/2014/main" id="{AA24E3E8-00FC-4393-8B55-89AA9B5A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279082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+ global fill</a:t>
            </a:r>
          </a:p>
        </p:txBody>
      </p:sp>
      <p:sp>
        <p:nvSpPr>
          <p:cNvPr id="66" name="global-fill-common">
            <a:extLst xmlns:a="http://schemas.openxmlformats.org/drawingml/2006/main">
              <a:ext uri="{FF2B5EF4-FFF2-40B4-BE49-F238E27FC236}">
                <a16:creationId xmlns:a16="http://schemas.microsoft.com/office/drawing/2014/main" id="{CB67036A-743E-42BE-BD05-4DF20BFC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2809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global-fill-profile">
            <a:extLst xmlns:a="http://schemas.openxmlformats.org/drawingml/2006/main">
              <a:ext uri="{FF2B5EF4-FFF2-40B4-BE49-F238E27FC236}">
                <a16:creationId xmlns:a16="http://schemas.microsoft.com/office/drawing/2014/main" id="{24B50F5C-7032-4025-BC46-27B9450A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24900" y="28098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8" name="fill-down-arrow">
            <a:extLst xmlns:a="http://schemas.openxmlformats.org/drawingml/2006/main">
              <a:ext uri="{FF2B5EF4-FFF2-40B4-BE49-F238E27FC236}">
                <a16:creationId xmlns:a16="http://schemas.microsoft.com/office/drawing/2014/main" id="{B881D5C5-BC7E-4E97-B622-FEA43B14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58150" y="3105150"/>
            <a:ext cx="3048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final-slot-1">
            <a:extLst xmlns:a="http://schemas.openxmlformats.org/drawingml/2006/main">
              <a:ext uri="{FF2B5EF4-FFF2-40B4-BE49-F238E27FC236}">
                <a16:creationId xmlns:a16="http://schemas.microsoft.com/office/drawing/2014/main" id="{4DDB7AEC-EE30-4F7B-BED9-64F7464D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3486150"/>
            <a:ext cx="266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0" name="final-token-1">
            <a:extLst xmlns:a="http://schemas.openxmlformats.org/drawingml/2006/main">
              <a:ext uri="{FF2B5EF4-FFF2-40B4-BE49-F238E27FC236}">
                <a16:creationId xmlns:a16="http://schemas.microsoft.com/office/drawing/2014/main" id="{2E14C2B2-DDAD-4971-B0B3-D91A2BD5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0925" y="3600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1" name="final-slot-2">
            <a:extLst xmlns:a="http://schemas.openxmlformats.org/drawingml/2006/main">
              <a:ext uri="{FF2B5EF4-FFF2-40B4-BE49-F238E27FC236}">
                <a16:creationId xmlns:a16="http://schemas.microsoft.com/office/drawing/2014/main" id="{7189CC25-C5C5-4278-AFB9-5D090E38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0000" y="3486150"/>
            <a:ext cx="266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2" name="final-token-2">
            <a:extLst xmlns:a="http://schemas.openxmlformats.org/drawingml/2006/main">
              <a:ext uri="{FF2B5EF4-FFF2-40B4-BE49-F238E27FC236}">
                <a16:creationId xmlns:a16="http://schemas.microsoft.com/office/drawing/2014/main" id="{3E5ABCA2-D914-42FB-AB50-A669E636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6675" y="3600450"/>
            <a:ext cx="133350" cy="1333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3" name="final-slot-3">
            <a:extLst xmlns:a="http://schemas.openxmlformats.org/drawingml/2006/main">
              <a:ext uri="{FF2B5EF4-FFF2-40B4-BE49-F238E27FC236}">
                <a16:creationId xmlns:a16="http://schemas.microsoft.com/office/drawing/2014/main" id="{5C851673-7A84-4DAD-8EBD-F9EEDAA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3486150"/>
            <a:ext cx="266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4" name="final-token-3">
            <a:extLst xmlns:a="http://schemas.openxmlformats.org/drawingml/2006/main">
              <a:ext uri="{FF2B5EF4-FFF2-40B4-BE49-F238E27FC236}">
                <a16:creationId xmlns:a16="http://schemas.microsoft.com/office/drawing/2014/main" id="{59C5F3CC-325D-4CF5-AF00-69CB8CD7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72425" y="3600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final-slot-4">
            <a:extLst xmlns:a="http://schemas.openxmlformats.org/drawingml/2006/main">
              <a:ext uri="{FF2B5EF4-FFF2-40B4-BE49-F238E27FC236}">
                <a16:creationId xmlns:a16="http://schemas.microsoft.com/office/drawing/2014/main" id="{3520F20F-A48B-40A0-A694-9D0CD979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0" y="3486150"/>
            <a:ext cx="266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6" name="final-token-4">
            <a:extLst xmlns:a="http://schemas.openxmlformats.org/drawingml/2006/main">
              <a:ext uri="{FF2B5EF4-FFF2-40B4-BE49-F238E27FC236}">
                <a16:creationId xmlns:a16="http://schemas.microsoft.com/office/drawing/2014/main" id="{B952284F-3477-4C61-BE08-C00F623B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58175" y="3600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7" name="final-slot-5">
            <a:extLst xmlns:a="http://schemas.openxmlformats.org/drawingml/2006/main">
              <a:ext uri="{FF2B5EF4-FFF2-40B4-BE49-F238E27FC236}">
                <a16:creationId xmlns:a16="http://schemas.microsoft.com/office/drawing/2014/main" id="{29408BCC-BD7F-421D-986B-10181808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3486150"/>
            <a:ext cx="266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8" name="final-token-5">
            <a:extLst xmlns:a="http://schemas.openxmlformats.org/drawingml/2006/main">
              <a:ext uri="{FF2B5EF4-FFF2-40B4-BE49-F238E27FC236}">
                <a16:creationId xmlns:a16="http://schemas.microsoft.com/office/drawing/2014/main" id="{8726D3D1-F559-4F03-B0BE-855C07BE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43925" y="3600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nal-slot-6">
            <a:extLst xmlns:a="http://schemas.openxmlformats.org/drawingml/2006/main">
              <a:ext uri="{FF2B5EF4-FFF2-40B4-BE49-F238E27FC236}">
                <a16:creationId xmlns:a16="http://schemas.microsoft.com/office/drawing/2014/main" id="{74F8BBBC-9D66-4690-ADEB-7DA2F963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3486150"/>
            <a:ext cx="266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0" name="final-token-6">
            <a:extLst xmlns:a="http://schemas.openxmlformats.org/drawingml/2006/main">
              <a:ext uri="{FF2B5EF4-FFF2-40B4-BE49-F238E27FC236}">
                <a16:creationId xmlns:a16="http://schemas.microsoft.com/office/drawing/2014/main" id="{2B68F01F-85E3-4FA9-BA80-97D349A5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29675" y="36004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1" name="fixed-capacity-bracket">
            <a:extLst xmlns:a="http://schemas.openxmlformats.org/drawingml/2006/main">
              <a:ext uri="{FF2B5EF4-FFF2-40B4-BE49-F238E27FC236}">
                <a16:creationId xmlns:a16="http://schemas.microsoft.com/office/drawing/2014/main" id="{CED4FFE0-B840-4FC1-89F9-B606D1C5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981450"/>
            <a:ext cx="16954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6355F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92A4666-1306-4CAF-9D6F-0D93B11F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9243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6355F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CEB5F66-F0F3-4623-AB50-C07FA398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29700" y="39243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6355F"/>
            </a:solidFill>
            <a:prstDash val="solid"/>
          </a:ln>
        </p:spPr>
      </p:sp>
      <p:sp>
        <p:nvSpPr>
          <p:cNvPr id="84" name="fixed-capacity-label">
            <a:extLst xmlns:a="http://schemas.openxmlformats.org/drawingml/2006/main">
              <a:ext uri="{FF2B5EF4-FFF2-40B4-BE49-F238E27FC236}">
                <a16:creationId xmlns:a16="http://schemas.microsoft.com/office/drawing/2014/main" id="{A4106988-7862-4627-8A43-2AE81718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8550" y="401955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capacity fixed first</a:t>
            </a:r>
          </a:p>
        </p:txBody>
      </p:sp>
      <p:sp>
        <p:nvSpPr>
          <p:cNvPr id="85" name="queue-result-ledger">
            <a:extLst xmlns:a="http://schemas.openxmlformats.org/drawingml/2006/main">
              <a:ext uri="{FF2B5EF4-FFF2-40B4-BE49-F238E27FC236}">
                <a16:creationId xmlns:a16="http://schemas.microsoft.com/office/drawing/2014/main" id="{B0A0F4B4-1B2D-4C2C-8D10-1CF5762A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5500" y="2457450"/>
            <a:ext cx="18478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86" name="queue-result-header">
            <a:extLst xmlns:a="http://schemas.openxmlformats.org/drawingml/2006/main">
              <a:ext uri="{FF2B5EF4-FFF2-40B4-BE49-F238E27FC236}">
                <a16:creationId xmlns:a16="http://schemas.microsoft.com/office/drawing/2014/main" id="{5DB737AF-CC2A-4011-BFB9-B51E4ECB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15500" y="245745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AF3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87" name="queue-result-title">
            <a:extLst xmlns:a="http://schemas.openxmlformats.org/drawingml/2006/main">
              <a:ext uri="{FF2B5EF4-FFF2-40B4-BE49-F238E27FC236}">
                <a16:creationId xmlns:a16="http://schemas.microsoft.com/office/drawing/2014/main" id="{5FEF6F2B-0A3A-42CB-BCA7-96AF05CE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29800" y="2495550"/>
            <a:ext cx="1619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QueueResult</a:t>
            </a:r>
          </a:p>
        </p:txBody>
      </p:sp>
      <p:sp>
        <p:nvSpPr>
          <p:cNvPr id="88" name="selected-ids-label">
            <a:extLst xmlns:a="http://schemas.openxmlformats.org/drawingml/2006/main">
              <a:ext uri="{FF2B5EF4-FFF2-40B4-BE49-F238E27FC236}">
                <a16:creationId xmlns:a16="http://schemas.microsoft.com/office/drawing/2014/main" id="{8DB5F37E-1F97-4EA3-A800-FCA0DBD1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29800" y="29146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selected_ids</a:t>
            </a:r>
          </a:p>
        </p:txBody>
      </p:sp>
      <p:sp>
        <p:nvSpPr>
          <p:cNvPr id="89" name="result-token-1">
            <a:extLst xmlns:a="http://schemas.openxmlformats.org/drawingml/2006/main">
              <a:ext uri="{FF2B5EF4-FFF2-40B4-BE49-F238E27FC236}">
                <a16:creationId xmlns:a16="http://schemas.microsoft.com/office/drawing/2014/main" id="{FC2A57DE-46F2-49CE-9194-06282F76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3219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90" name="result-token-2">
            <a:extLst xmlns:a="http://schemas.openxmlformats.org/drawingml/2006/main">
              <a:ext uri="{FF2B5EF4-FFF2-40B4-BE49-F238E27FC236}">
                <a16:creationId xmlns:a16="http://schemas.microsoft.com/office/drawing/2014/main" id="{030E26DF-6370-4C28-90F3-D8763B4A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3219450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91" name="result-token-3">
            <a:extLst xmlns:a="http://schemas.openxmlformats.org/drawingml/2006/main">
              <a:ext uri="{FF2B5EF4-FFF2-40B4-BE49-F238E27FC236}">
                <a16:creationId xmlns:a16="http://schemas.microsoft.com/office/drawing/2014/main" id="{6130B3D7-25CB-423E-9E71-7BB376C4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32194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result-token-4">
            <a:extLst xmlns:a="http://schemas.openxmlformats.org/drawingml/2006/main">
              <a:ext uri="{FF2B5EF4-FFF2-40B4-BE49-F238E27FC236}">
                <a16:creationId xmlns:a16="http://schemas.microsoft.com/office/drawing/2014/main" id="{4C8C906C-943E-47EC-815A-672C7C84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0" y="3219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93" name="result-divider">
            <a:extLst xmlns:a="http://schemas.openxmlformats.org/drawingml/2006/main">
              <a:ext uri="{FF2B5EF4-FFF2-40B4-BE49-F238E27FC236}">
                <a16:creationId xmlns:a16="http://schemas.microsoft.com/office/drawing/2014/main" id="{F8243A74-D3FF-48AF-B73A-1228F839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29800" y="3514725"/>
            <a:ext cx="1619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94" name="ledger-slot-header">
            <a:extLst xmlns:a="http://schemas.openxmlformats.org/drawingml/2006/main">
              <a:ext uri="{FF2B5EF4-FFF2-40B4-BE49-F238E27FC236}">
                <a16:creationId xmlns:a16="http://schemas.microsoft.com/office/drawing/2014/main" id="{53298C30-62B5-4133-98E9-60C517BE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8850" y="35909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slot</a:t>
            </a:r>
          </a:p>
        </p:txBody>
      </p:sp>
      <p:sp>
        <p:nvSpPr>
          <p:cNvPr id="95" name="ledger-source-header">
            <a:extLst xmlns:a="http://schemas.openxmlformats.org/drawingml/2006/main">
              <a:ext uri="{FF2B5EF4-FFF2-40B4-BE49-F238E27FC236}">
                <a16:creationId xmlns:a16="http://schemas.microsoft.com/office/drawing/2014/main" id="{46832F48-94A9-4395-898D-0DC17F50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96550" y="359092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96" name="ledger-slot-1">
            <a:extLst xmlns:a="http://schemas.openxmlformats.org/drawingml/2006/main">
              <a:ext uri="{FF2B5EF4-FFF2-40B4-BE49-F238E27FC236}">
                <a16:creationId xmlns:a16="http://schemas.microsoft.com/office/drawing/2014/main" id="{271D8BCD-20FC-41A0-8A36-AD8730C5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8850" y="3848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7" name="ledger-source-1">
            <a:extLst xmlns:a="http://schemas.openxmlformats.org/drawingml/2006/main">
              <a:ext uri="{FF2B5EF4-FFF2-40B4-BE49-F238E27FC236}">
                <a16:creationId xmlns:a16="http://schemas.microsoft.com/office/drawing/2014/main" id="{3CE60931-8FFF-4BC4-BAD4-90A6FD23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96550" y="384810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</a:t>
            </a:r>
          </a:p>
        </p:txBody>
      </p:sp>
      <p:sp>
        <p:nvSpPr>
          <p:cNvPr id="98" name="input-caption">
            <a:extLst xmlns:a="http://schemas.openxmlformats.org/drawingml/2006/main">
              <a:ext uri="{FF2B5EF4-FFF2-40B4-BE49-F238E27FC236}">
                <a16:creationId xmlns:a16="http://schemas.microsoft.com/office/drawing/2014/main" id="{79D4C324-B51D-441F-8790-0C22B465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4343400"/>
            <a:ext cx="1752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Python mappings or synthetic CSV</a:t>
            </a:r>
          </a:p>
        </p:txBody>
      </p:sp>
      <p:sp>
        <p:nvSpPr>
          <p:cNvPr id="99" name="ranking-caption">
            <a:extLst xmlns:a="http://schemas.openxmlformats.org/drawingml/2006/main">
              <a:ext uri="{FF2B5EF4-FFF2-40B4-BE49-F238E27FC236}">
                <a16:creationId xmlns:a16="http://schemas.microsoft.com/office/drawing/2014/main" id="{A4C3B37D-3379-4043-AE8B-BD02ACA1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1775" y="43434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Finite scores first; candidate_id resolves ties</a:t>
            </a:r>
          </a:p>
        </p:txBody>
      </p:sp>
      <p:sp>
        <p:nvSpPr>
          <p:cNvPr id="100" name="policy-caption">
            <a:extLst xmlns:a="http://schemas.openxmlformats.org/drawingml/2006/main">
              <a:ext uri="{FF2B5EF4-FFF2-40B4-BE49-F238E27FC236}">
                <a16:creationId xmlns:a16="http://schemas.microsoft.com/office/drawing/2014/main" id="{60064327-45D0-4D9A-BD1D-8D789C5A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7775" y="43434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Applied in declared order with floor-rounded slots</a:t>
            </a:r>
          </a:p>
        </p:txBody>
      </p:sp>
      <p:sp>
        <p:nvSpPr>
          <p:cNvPr id="101" name="fill-caption">
            <a:extLst xmlns:a="http://schemas.openxmlformats.org/drawingml/2006/main">
              <a:ext uri="{FF2B5EF4-FFF2-40B4-BE49-F238E27FC236}">
                <a16:creationId xmlns:a16="http://schemas.microsoft.com/office/drawing/2014/main" id="{BF81E6D5-F0D7-4779-9366-A4BD8C1F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434340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One candidate per slot; unused reserve returns</a:t>
            </a:r>
          </a:p>
        </p:txBody>
      </p:sp>
      <p:sp>
        <p:nvSpPr>
          <p:cNvPr id="102" name="output-caption">
            <a:extLst xmlns:a="http://schemas.openxmlformats.org/drawingml/2006/main">
              <a:ext uri="{FF2B5EF4-FFF2-40B4-BE49-F238E27FC236}">
                <a16:creationId xmlns:a16="http://schemas.microsoft.com/office/drawing/2014/main" id="{FF3FB795-6FB1-4D6A-BB2E-48A62520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4343400"/>
            <a:ext cx="190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522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selected_ids and the assignment source for every slot</a:t>
            </a:r>
          </a:p>
        </p:txBody>
      </p:sp>
      <p:sp>
        <p:nvSpPr>
          <p:cNvPr id="103" name="contract-divider">
            <a:extLst xmlns:a="http://schemas.openxmlformats.org/drawingml/2006/main">
              <a:ext uri="{FF2B5EF4-FFF2-40B4-BE49-F238E27FC236}">
                <a16:creationId xmlns:a16="http://schemas.microsoft.com/office/drawing/2014/main" id="{0899CAA8-2E26-4DD0-B814-79966871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6250" y="5048250"/>
            <a:ext cx="11239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104" name="contract-check-1-circle">
            <a:extLst xmlns:a="http://schemas.openxmlformats.org/drawingml/2006/main">
              <a:ext uri="{FF2B5EF4-FFF2-40B4-BE49-F238E27FC236}">
                <a16:creationId xmlns:a16="http://schemas.microsoft.com/office/drawing/2014/main" id="{516D05D4-398F-48FD-A551-ACC602F2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355F"/>
            </a:solidFill>
            <a:prstDash val="solid"/>
          </a:ln>
        </p:spPr>
      </p:sp>
      <p:sp>
        <p:nvSpPr>
          <p:cNvPr id="105" name="contract-check-1-left">
            <a:extLst xmlns:a="http://schemas.openxmlformats.org/drawingml/2006/main">
              <a:ext uri="{FF2B5EF4-FFF2-40B4-BE49-F238E27FC236}">
                <a16:creationId xmlns:a16="http://schemas.microsoft.com/office/drawing/2014/main" id="{8B4DB020-5072-4DB7-BE5E-22E88777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23875" y="5391150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355F"/>
            </a:solidFill>
            <a:prstDash val="solid"/>
          </a:ln>
        </p:spPr>
      </p:sp>
      <p:sp>
        <p:nvSpPr>
          <p:cNvPr id="106" name="contract-check-1-right">
            <a:extLst xmlns:a="http://schemas.openxmlformats.org/drawingml/2006/main">
              <a:ext uri="{FF2B5EF4-FFF2-40B4-BE49-F238E27FC236}">
                <a16:creationId xmlns:a16="http://schemas.microsoft.com/office/drawing/2014/main" id="{AFC1E0FE-114C-4D3A-9328-4FBD75E2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61975" y="535305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355F"/>
            </a:solidFill>
            <a:prstDash val="solid"/>
          </a:ln>
        </p:spPr>
      </p:sp>
      <p:sp>
        <p:nvSpPr>
          <p:cNvPr id="107" name="contract-label-1">
            <a:extLst xmlns:a="http://schemas.openxmlformats.org/drawingml/2006/main">
              <a:ext uri="{FF2B5EF4-FFF2-40B4-BE49-F238E27FC236}">
                <a16:creationId xmlns:a16="http://schemas.microsoft.com/office/drawing/2014/main" id="{B3D274CE-E795-4BA9-830F-B88B11EE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000" y="5238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Capacity fixed first</a:t>
            </a:r>
          </a:p>
        </p:txBody>
      </p:sp>
      <p:sp>
        <p:nvSpPr>
          <p:cNvPr id="108" name="contract-check-2-circle">
            <a:extLst xmlns:a="http://schemas.openxmlformats.org/drawingml/2006/main">
              <a:ext uri="{FF2B5EF4-FFF2-40B4-BE49-F238E27FC236}">
                <a16:creationId xmlns:a16="http://schemas.microsoft.com/office/drawing/2014/main" id="{143ADAC6-4C32-4E62-95BD-DBBEC23C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7FA0"/>
            </a:solidFill>
            <a:prstDash val="solid"/>
          </a:ln>
        </p:spPr>
      </p:sp>
      <p:sp>
        <p:nvSpPr>
          <p:cNvPr id="109" name="contract-check-2-left">
            <a:extLst xmlns:a="http://schemas.openxmlformats.org/drawingml/2006/main">
              <a:ext uri="{FF2B5EF4-FFF2-40B4-BE49-F238E27FC236}">
                <a16:creationId xmlns:a16="http://schemas.microsoft.com/office/drawing/2014/main" id="{69E57F6A-7777-4E6D-9A4D-1E20657E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7075" y="5391150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7FA0"/>
            </a:solidFill>
            <a:prstDash val="solid"/>
          </a:ln>
        </p:spPr>
      </p:sp>
      <p:sp>
        <p:nvSpPr>
          <p:cNvPr id="110" name="contract-check-2-right">
            <a:extLst xmlns:a="http://schemas.openxmlformats.org/drawingml/2006/main">
              <a:ext uri="{FF2B5EF4-FFF2-40B4-BE49-F238E27FC236}">
                <a16:creationId xmlns:a16="http://schemas.microsoft.com/office/drawing/2014/main" id="{9D8E8687-DC9B-489C-9F33-0FEC0555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305175" y="535305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7FA0"/>
            </a:solidFill>
            <a:prstDash val="solid"/>
          </a:ln>
        </p:spPr>
      </p:sp>
      <p:sp>
        <p:nvSpPr>
          <p:cNvPr id="111" name="contract-label-2">
            <a:extLst xmlns:a="http://schemas.openxmlformats.org/drawingml/2006/main">
              <a:ext uri="{FF2B5EF4-FFF2-40B4-BE49-F238E27FC236}">
                <a16:creationId xmlns:a16="http://schemas.microsoft.com/office/drawing/2014/main" id="{10008DBF-6FF1-4EDB-9F00-3AE677B8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5200" y="5238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Stable tie handling</a:t>
            </a:r>
          </a:p>
        </p:txBody>
      </p:sp>
      <p:sp>
        <p:nvSpPr>
          <p:cNvPr id="112" name="contract-check-3-circle">
            <a:extLst xmlns:a="http://schemas.openxmlformats.org/drawingml/2006/main">
              <a:ext uri="{FF2B5EF4-FFF2-40B4-BE49-F238E27FC236}">
                <a16:creationId xmlns:a16="http://schemas.microsoft.com/office/drawing/2014/main" id="{3B5570B9-614C-4D44-AAF5-D9552D24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113" name="contract-check-3-left">
            <a:extLst xmlns:a="http://schemas.openxmlformats.org/drawingml/2006/main">
              <a:ext uri="{FF2B5EF4-FFF2-40B4-BE49-F238E27FC236}">
                <a16:creationId xmlns:a16="http://schemas.microsoft.com/office/drawing/2014/main" id="{0E7C9244-1D17-4E06-A16B-627D8999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48375" y="5391150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114" name="contract-check-3-right">
            <a:extLst xmlns:a="http://schemas.openxmlformats.org/drawingml/2006/main">
              <a:ext uri="{FF2B5EF4-FFF2-40B4-BE49-F238E27FC236}">
                <a16:creationId xmlns:a16="http://schemas.microsoft.com/office/drawing/2014/main" id="{F9445723-3BBC-453C-BCCC-7EED8A28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86475" y="535305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115" name="contract-label-3">
            <a:extLst xmlns:a="http://schemas.openxmlformats.org/drawingml/2006/main">
              <a:ext uri="{FF2B5EF4-FFF2-40B4-BE49-F238E27FC236}">
                <a16:creationId xmlns:a16="http://schemas.microsoft.com/office/drawing/2014/main" id="{5B1DAA10-867E-48CB-9E85-778589F6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0" y="5238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No duplicate slots</a:t>
            </a:r>
          </a:p>
        </p:txBody>
      </p:sp>
      <p:sp>
        <p:nvSpPr>
          <p:cNvPr id="116" name="contract-check-4-circle">
            <a:extLst xmlns:a="http://schemas.openxmlformats.org/drawingml/2006/main">
              <a:ext uri="{FF2B5EF4-FFF2-40B4-BE49-F238E27FC236}">
                <a16:creationId xmlns:a16="http://schemas.microsoft.com/office/drawing/2014/main" id="{D9E578A1-B1C8-4339-860E-E873B7EA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5295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A8D"/>
            </a:solidFill>
            <a:prstDash val="solid"/>
          </a:ln>
        </p:spPr>
      </p:sp>
      <p:sp>
        <p:nvSpPr>
          <p:cNvPr id="117" name="contract-check-4-left">
            <a:extLst xmlns:a="http://schemas.openxmlformats.org/drawingml/2006/main">
              <a:ext uri="{FF2B5EF4-FFF2-40B4-BE49-F238E27FC236}">
                <a16:creationId xmlns:a16="http://schemas.microsoft.com/office/drawing/2014/main" id="{DAF7A987-7CE5-4068-AD89-2363EAC9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15375" y="5391150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65A8D"/>
            </a:solidFill>
            <a:prstDash val="solid"/>
          </a:ln>
        </p:spPr>
      </p:sp>
      <p:sp>
        <p:nvSpPr>
          <p:cNvPr id="118" name="contract-check-4-right">
            <a:extLst xmlns:a="http://schemas.openxmlformats.org/drawingml/2006/main">
              <a:ext uri="{FF2B5EF4-FFF2-40B4-BE49-F238E27FC236}">
                <a16:creationId xmlns:a16="http://schemas.microsoft.com/office/drawing/2014/main" id="{F26BB7E3-3321-4C75-BAF3-73285C96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753475" y="535305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65A8D"/>
            </a:solidFill>
            <a:prstDash val="solid"/>
          </a:ln>
        </p:spPr>
      </p:sp>
      <p:sp>
        <p:nvSpPr>
          <p:cNvPr id="119" name="contract-label-4">
            <a:extLst xmlns:a="http://schemas.openxmlformats.org/drawingml/2006/main">
              <a:ext uri="{FF2B5EF4-FFF2-40B4-BE49-F238E27FC236}">
                <a16:creationId xmlns:a16="http://schemas.microsoft.com/office/drawing/2014/main" id="{E7A83F5C-5CD0-459A-B72B-6A00FA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52387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Complete assignment ledger</a:t>
            </a:r>
          </a:p>
        </p:txBody>
      </p:sp>
      <p:sp>
        <p:nvSpPr>
          <p:cNvPr id="120" name="scope-boundary">
            <a:extLst xmlns:a="http://schemas.openxmlformats.org/drawingml/2006/main">
              <a:ext uri="{FF2B5EF4-FFF2-40B4-BE49-F238E27FC236}">
                <a16:creationId xmlns:a16="http://schemas.microsoft.com/office/drawing/2014/main" id="{3402049A-92A0-467F-A613-F03504F8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56769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Queue governance changes access to review capacity; it does not interpret evidence.</a:t>
            </a:r>
          </a:p>
        </p:txBody>
      </p:sp>
    </p:spTree>
    <p:extLst>
      <p:ext uri="{BB962C8B-B14F-4D97-AF65-F5344CB8AC3E}">
        <p14:creationId xmlns:p14="http://schemas.microsoft.com/office/powerpoint/2010/main" val="19321679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2026-07-21T09:07:24.9830000Z</dcterms:created>
  <dcterms:modified xsi:type="dcterms:W3CDTF">2026-07-21T09:07:24.9830000Z</dcterms:modified>
</coreProperties>
</file>