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393ed94d2541e2" /><Relationship Type="http://schemas.openxmlformats.org/officeDocument/2006/relationships/extended-properties" Target="/docProps/app.xml" Id="Rfdc1106e62a444bc" /><Relationship Type="http://schemas.openxmlformats.org/officeDocument/2006/relationships/officeDocument" Target="/ppt/presentation.xml" Id="R5d64663cfaa64f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0052ca96ac4448"/>
  </p:sldMasterIdLst>
  <p:notesMasterIdLst>
    <p:notesMasterId xmlns:r="http://schemas.openxmlformats.org/officeDocument/2006/relationships" r:id="R818c67773c534d80"/>
  </p:notesMasterIdLst>
  <p:sldIdLst>
    <p:sldId xmlns:r="http://schemas.openxmlformats.org/officeDocument/2006/relationships" id="256" r:id="Rd4cea7b969d24ac0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23cde575304a37" /><Relationship Type="http://schemas.openxmlformats.org/officeDocument/2006/relationships/slideMaster" Target="/ppt/slideMasters/slideMaster1.xml" Id="R3b0052ca96ac4448" /><Relationship Type="http://schemas.openxmlformats.org/officeDocument/2006/relationships/notesMaster" Target="/ppt/notesMasters/notesMaster1.xml" Id="R818c67773c534d80" /><Relationship Type="http://schemas.openxmlformats.org/officeDocument/2006/relationships/presProps" Target="/ppt/presProps.xml" Id="Reb2c8dfeeb26475b" /><Relationship Type="http://schemas.openxmlformats.org/officeDocument/2006/relationships/tableStyles" Target="/ppt/tableStyles.xml" Id="Rb0d8e624b996409e" /><Relationship Type="http://schemas.openxmlformats.org/officeDocument/2006/relationships/slide" Target="/ppt/slides/slide1.xml" Id="Rd4cea7b969d24a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c85b37b4b244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d17ab468c74913" /><Relationship Type="http://schemas.openxmlformats.org/officeDocument/2006/relationships/notesMaster" Target="/ppt/notesMasters/notesMaster1.xml" Id="R4266ee22845b44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12ca165714e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4c07ae02244a64" /><Relationship Type="http://schemas.openxmlformats.org/officeDocument/2006/relationships/slideLayout" Target="/ppt/slideLayouts/slideLayout1.xml" Id="R99dbbfede0b048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dbbfede0b048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e73a014af4e69" /><Relationship Type="http://schemas.openxmlformats.org/officeDocument/2006/relationships/notesSlide" Target="/ppt/notesSlides/notesSlide1.xml" Id="R041765bec6464c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title">
            <a:extLst xmlns:a="http://schemas.openxmlformats.org/drawingml/2006/main">
              <a:ext uri="{FF2B5EF4-FFF2-40B4-BE49-F238E27FC236}">
                <a16:creationId xmlns:a16="http://schemas.microsoft.com/office/drawing/2014/main" id="{2B4B66B1-3F95-4300-A5C0-CFCD234E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" y="190500"/>
            <a:ext cx="11353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Governed review queues for wastewater surveillance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80BA96-5296-43E4-BE5A-919E6C29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7048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6B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6B73"/>
                </a:solidFill>
                <a:latin typeface="Arial"/>
                <a:ea typeface="Arial"/>
                <a:cs typeface="Arial"/>
              </a:rPr>
              <a:t>One candidate pool | One fixed review budget | Explicit and auditable slot governance</a:t>
            </a:r>
          </a:p>
        </p:txBody>
      </p:sp>
      <p:sp>
        <p:nvSpPr>
          <p:cNvPr id="3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ECD90126-5DEA-4B5F-B0B7-0B9F3D40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" y="1076325"/>
            <a:ext cx="1150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4" name="evidence-to-pool-arrow">
            <a:extLst xmlns:a="http://schemas.openxmlformats.org/drawingml/2006/main">
              <a:ext uri="{FF2B5EF4-FFF2-40B4-BE49-F238E27FC236}">
                <a16:creationId xmlns:a16="http://schemas.microsoft.com/office/drawing/2014/main" id="{DC0BF07C-1C00-477D-BE19-FA0F568C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2762250"/>
            <a:ext cx="5334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ool-to-global-arrow">
            <a:extLst xmlns:a="http://schemas.openxmlformats.org/drawingml/2006/main">
              <a:ext uri="{FF2B5EF4-FFF2-40B4-BE49-F238E27FC236}">
                <a16:creationId xmlns:a16="http://schemas.microsoft.com/office/drawing/2014/main" id="{8F254753-484E-4FC8-B149-706998D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21907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ool-to-governed-arrow">
            <a:extLst xmlns:a="http://schemas.openxmlformats.org/drawingml/2006/main">
              <a:ext uri="{FF2B5EF4-FFF2-40B4-BE49-F238E27FC236}">
                <a16:creationId xmlns:a16="http://schemas.microsoft.com/office/drawing/2014/main" id="{3830EB1D-4117-40F5-BFF5-51211EF7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3638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queues-to-audit-arrow">
            <a:extLst xmlns:a="http://schemas.openxmlformats.org/drawingml/2006/main">
              <a:ext uri="{FF2B5EF4-FFF2-40B4-BE49-F238E27FC236}">
                <a16:creationId xmlns:a16="http://schemas.microsoft.com/office/drawing/2014/main" id="{43E3D96C-E049-4C35-8D18-051D0378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72425" y="2905125"/>
            <a:ext cx="4953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qualified-heading">
            <a:extLst xmlns:a="http://schemas.openxmlformats.org/drawingml/2006/main">
              <a:ext uri="{FF2B5EF4-FFF2-40B4-BE49-F238E27FC236}">
                <a16:creationId xmlns:a16="http://schemas.microsoft.com/office/drawing/2014/main" id="{768C2C2C-E918-4787-A22C-47537283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" y="1257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603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47FA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47FA1"/>
                </a:solidFill>
                <a:latin typeface="Arial"/>
                <a:ea typeface="Arial"/>
                <a:cs typeface="Arial"/>
              </a:rPr>
              <a:t>QUALIFIED WASTEWATER EVIDENCE</a:t>
            </a:r>
          </a:p>
        </p:txBody>
      </p:sp>
      <p:sp>
        <p:nvSpPr>
          <p:cNvPr id="9" name="catchment-soil">
            <a:extLst xmlns:a="http://schemas.openxmlformats.org/drawingml/2006/main">
              <a:ext uri="{FF2B5EF4-FFF2-40B4-BE49-F238E27FC236}">
                <a16:creationId xmlns:a16="http://schemas.microsoft.com/office/drawing/2014/main" id="{8E7D62E6-775E-4EC2-A4A0-F3DB0AF3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" y="2038350"/>
            <a:ext cx="1790700" cy="7048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95715A"/>
          </a:solidFill>
          <a:ln xmlns:a="http://schemas.openxmlformats.org/drawingml/2006/main" w="11430">
            <a:solidFill>
              <a:srgbClr val="29315F"/>
            </a:solidFill>
            <a:prstDash val="solid"/>
          </a:ln>
        </p:spPr>
      </p:sp>
      <p:sp>
        <p:nvSpPr>
          <p:cNvPr id="10" name="catchment-land">
            <a:extLst xmlns:a="http://schemas.openxmlformats.org/drawingml/2006/main">
              <a:ext uri="{FF2B5EF4-FFF2-40B4-BE49-F238E27FC236}">
                <a16:creationId xmlns:a16="http://schemas.microsoft.com/office/drawing/2014/main" id="{B74B8F7C-DB18-4739-BC56-A9657349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" y="1895475"/>
            <a:ext cx="1790700" cy="333375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A7C99F"/>
          </a:solidFill>
          <a:ln xmlns:a="http://schemas.openxmlformats.org/drawingml/2006/main" w="10478">
            <a:solidFill>
              <a:srgbClr val="29315F"/>
            </a:solidFill>
            <a:prstDash val="solid"/>
          </a:ln>
        </p:spPr>
      </p:sp>
      <p:sp>
        <p:nvSpPr>
          <p:cNvPr id="11" name="house-1-body">
            <a:extLst xmlns:a="http://schemas.openxmlformats.org/drawingml/2006/main">
              <a:ext uri="{FF2B5EF4-FFF2-40B4-BE49-F238E27FC236}">
                <a16:creationId xmlns:a16="http://schemas.microsoft.com/office/drawing/2014/main" id="{21978B7B-7C93-4F30-8AAC-36D6E5E2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" y="1836420"/>
            <a:ext cx="428625" cy="297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47FA1"/>
            </a:solidFill>
            <a:prstDash val="solid"/>
          </a:ln>
        </p:spPr>
      </p:sp>
      <p:sp>
        <p:nvSpPr>
          <p:cNvPr id="12" name="house-1-roof">
            <a:extLst xmlns:a="http://schemas.openxmlformats.org/drawingml/2006/main">
              <a:ext uri="{FF2B5EF4-FFF2-40B4-BE49-F238E27FC236}">
                <a16:creationId xmlns:a16="http://schemas.microsoft.com/office/drawing/2014/main" id="{D2103BF9-E44F-45E3-AC45-BE5AABC4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" y="1676400"/>
            <a:ext cx="485775" cy="237744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14288">
            <a:solidFill>
              <a:srgbClr val="247FA1"/>
            </a:solidFill>
            <a:prstDash val="solid"/>
          </a:ln>
        </p:spPr>
      </p:sp>
      <p:sp>
        <p:nvSpPr>
          <p:cNvPr id="13" name="house-1-door">
            <a:extLst xmlns:a="http://schemas.openxmlformats.org/drawingml/2006/main">
              <a:ext uri="{FF2B5EF4-FFF2-40B4-BE49-F238E27FC236}">
                <a16:creationId xmlns:a16="http://schemas.microsoft.com/office/drawing/2014/main" id="{172DF3CD-00AB-4386-8585-B3109D0D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1964436"/>
            <a:ext cx="85725" cy="1691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9525">
            <a:solidFill>
              <a:srgbClr val="247FA1"/>
            </a:solidFill>
            <a:prstDash val="solid"/>
          </a:ln>
        </p:spPr>
      </p:sp>
      <p:sp>
        <p:nvSpPr>
          <p:cNvPr id="14" name="house-2-body">
            <a:extLst xmlns:a="http://schemas.openxmlformats.org/drawingml/2006/main">
              <a:ext uri="{FF2B5EF4-FFF2-40B4-BE49-F238E27FC236}">
                <a16:creationId xmlns:a16="http://schemas.microsoft.com/office/drawing/2014/main" id="{EAABCF67-2707-4969-9B9A-A779EC92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1774508"/>
            <a:ext cx="514350" cy="3590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15" name="house-2-roof">
            <a:extLst xmlns:a="http://schemas.openxmlformats.org/drawingml/2006/main">
              <a:ext uri="{FF2B5EF4-FFF2-40B4-BE49-F238E27FC236}">
                <a16:creationId xmlns:a16="http://schemas.microsoft.com/office/drawing/2014/main" id="{7BAF6DCB-3EC0-459A-9AA3-9723B48B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1581150"/>
            <a:ext cx="571500" cy="287274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16" name="house-2-door">
            <a:extLst xmlns:a="http://schemas.openxmlformats.org/drawingml/2006/main">
              <a:ext uri="{FF2B5EF4-FFF2-40B4-BE49-F238E27FC236}">
                <a16:creationId xmlns:a16="http://schemas.microsoft.com/office/drawing/2014/main" id="{D7B7D678-BF8D-4FEB-83D9-FED81AAD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82065" y="1929194"/>
            <a:ext cx="102870" cy="2044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9525">
            <a:solidFill>
              <a:srgbClr val="29315F"/>
            </a:solidFill>
            <a:prstDash val="solid"/>
          </a:ln>
        </p:spPr>
      </p:sp>
      <p:sp>
        <p:nvSpPr>
          <p:cNvPr id="17" name="house-3-body">
            <a:extLst xmlns:a="http://schemas.openxmlformats.org/drawingml/2006/main">
              <a:ext uri="{FF2B5EF4-FFF2-40B4-BE49-F238E27FC236}">
                <a16:creationId xmlns:a16="http://schemas.microsoft.com/office/drawing/2014/main" id="{26F708A6-C4BF-406C-9E6A-0B1A84C2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1842611"/>
            <a:ext cx="419100" cy="2909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47FA1"/>
            </a:solidFill>
            <a:prstDash val="solid"/>
          </a:ln>
        </p:spPr>
      </p:sp>
      <p:sp>
        <p:nvSpPr>
          <p:cNvPr id="18" name="house-3-roof">
            <a:extLst xmlns:a="http://schemas.openxmlformats.org/drawingml/2006/main">
              <a:ext uri="{FF2B5EF4-FFF2-40B4-BE49-F238E27FC236}">
                <a16:creationId xmlns:a16="http://schemas.microsoft.com/office/drawing/2014/main" id="{8AA3F47F-BE31-4DEF-8E0A-22C30D1B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66875" y="1685925"/>
            <a:ext cx="476250" cy="232791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14288">
            <a:solidFill>
              <a:srgbClr val="247FA1"/>
            </a:solidFill>
            <a:prstDash val="solid"/>
          </a:ln>
        </p:spPr>
      </p:sp>
      <p:sp>
        <p:nvSpPr>
          <p:cNvPr id="19" name="house-3-door">
            <a:extLst xmlns:a="http://schemas.openxmlformats.org/drawingml/2006/main">
              <a:ext uri="{FF2B5EF4-FFF2-40B4-BE49-F238E27FC236}">
                <a16:creationId xmlns:a16="http://schemas.microsoft.com/office/drawing/2014/main" id="{2709B9BB-610A-4E5A-A1BE-E86D6D3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3090" y="1967960"/>
            <a:ext cx="83820" cy="165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9525">
            <a:solidFill>
              <a:srgbClr val="247FA1"/>
            </a:solidFill>
            <a:prstDash val="solid"/>
          </a:ln>
        </p:spPr>
      </p:sp>
      <p:sp>
        <p:nvSpPr>
          <p:cNvPr id="20" name="sewer-main">
            <a:extLst xmlns:a="http://schemas.openxmlformats.org/drawingml/2006/main">
              <a:ext uri="{FF2B5EF4-FFF2-40B4-BE49-F238E27FC236}">
                <a16:creationId xmlns:a16="http://schemas.microsoft.com/office/drawing/2014/main" id="{F725F7A6-58E2-4E58-961F-0771CBCB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2486025"/>
            <a:ext cx="120015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D0D3"/>
          </a:solidFill>
          <a:ln xmlns:a="http://schemas.openxmlformats.org/drawingml/2006/main" w="10478">
            <a:solidFill>
              <a:srgbClr val="29315F"/>
            </a:solidFill>
            <a:prstDash val="solid"/>
          </a:ln>
        </p:spPr>
      </p:sp>
      <p:sp>
        <p:nvSpPr>
          <p:cNvPr id="21" name="sewer-branch-1">
            <a:extLst xmlns:a="http://schemas.openxmlformats.org/drawingml/2006/main">
              <a:ext uri="{FF2B5EF4-FFF2-40B4-BE49-F238E27FC236}">
                <a16:creationId xmlns:a16="http://schemas.microsoft.com/office/drawing/2014/main" id="{C3E39F79-5917-4A13-AF19-DA27F62D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181225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9315F"/>
            </a:solidFill>
            <a:prstDash val="solid"/>
          </a:ln>
        </p:spPr>
      </p:sp>
      <p:sp>
        <p:nvSpPr>
          <p:cNvPr id="22" name="sewer-branch-2">
            <a:extLst xmlns:a="http://schemas.openxmlformats.org/drawingml/2006/main">
              <a:ext uri="{FF2B5EF4-FFF2-40B4-BE49-F238E27FC236}">
                <a16:creationId xmlns:a16="http://schemas.microsoft.com/office/drawing/2014/main" id="{76350C41-1F46-4AEA-B909-FDC2C6E3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1431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9315F"/>
            </a:solidFill>
            <a:prstDash val="solid"/>
          </a:ln>
        </p:spPr>
      </p:sp>
      <p:sp>
        <p:nvSpPr>
          <p:cNvPr id="23" name="sewer-branch-3">
            <a:extLst xmlns:a="http://schemas.openxmlformats.org/drawingml/2006/main">
              <a:ext uri="{FF2B5EF4-FFF2-40B4-BE49-F238E27FC236}">
                <a16:creationId xmlns:a16="http://schemas.microsoft.com/office/drawing/2014/main" id="{944C68B8-686D-472C-9799-F4206F32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95475" y="2181225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9315F"/>
            </a:solidFill>
            <a:prstDash val="solid"/>
          </a:ln>
        </p:spPr>
      </p:sp>
      <p:sp>
        <p:nvSpPr>
          <p:cNvPr id="24" name="plant-building">
            <a:extLst xmlns:a="http://schemas.openxmlformats.org/drawingml/2006/main">
              <a:ext uri="{FF2B5EF4-FFF2-40B4-BE49-F238E27FC236}">
                <a16:creationId xmlns:a16="http://schemas.microsoft.com/office/drawing/2014/main" id="{D0046371-0E98-4E60-BDB2-E73E6FD7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425" y="4105275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11430">
            <a:solidFill>
              <a:srgbClr val="29315F"/>
            </a:solidFill>
            <a:prstDash val="solid"/>
          </a:ln>
        </p:spPr>
      </p:sp>
      <p:sp>
        <p:nvSpPr>
          <p:cNvPr id="25" name="plant-roof">
            <a:extLst xmlns:a="http://schemas.openxmlformats.org/drawingml/2006/main">
              <a:ext uri="{FF2B5EF4-FFF2-40B4-BE49-F238E27FC236}">
                <a16:creationId xmlns:a16="http://schemas.microsoft.com/office/drawing/2014/main" id="{31224CE6-72FB-4985-889A-6E145105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" y="3905250"/>
            <a:ext cx="647700" cy="3238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11430">
            <a:solidFill>
              <a:srgbClr val="29315F"/>
            </a:solidFill>
            <a:prstDash val="solid"/>
          </a:ln>
        </p:spPr>
      </p:sp>
      <p:sp>
        <p:nvSpPr>
          <p:cNvPr id="26" name="clarifier-1-rim">
            <a:extLst xmlns:a="http://schemas.openxmlformats.org/drawingml/2006/main">
              <a:ext uri="{FF2B5EF4-FFF2-40B4-BE49-F238E27FC236}">
                <a16:creationId xmlns:a16="http://schemas.microsoft.com/office/drawing/2014/main" id="{53DD865A-0125-4F67-A5B4-9A187B95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514725"/>
            <a:ext cx="685800" cy="3154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9315F"/>
            </a:solidFill>
            <a:prstDash val="solid"/>
          </a:ln>
        </p:spPr>
      </p:sp>
      <p:sp>
        <p:nvSpPr>
          <p:cNvPr id="27" name="clarifier-1-water">
            <a:extLst xmlns:a="http://schemas.openxmlformats.org/drawingml/2006/main">
              <a:ext uri="{FF2B5EF4-FFF2-40B4-BE49-F238E27FC236}">
                <a16:creationId xmlns:a16="http://schemas.microsoft.com/office/drawing/2014/main" id="{545B6ECB-CF5E-43F2-BA05-346AE325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" y="3552825"/>
            <a:ext cx="609600" cy="2392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28" name="clarifier-1-hub">
            <a:extLst xmlns:a="http://schemas.openxmlformats.org/drawingml/2006/main">
              <a:ext uri="{FF2B5EF4-FFF2-40B4-BE49-F238E27FC236}">
                <a16:creationId xmlns:a16="http://schemas.microsoft.com/office/drawing/2014/main" id="{5289C2CA-8C6A-4373-B029-51FA23E8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" y="3631311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29" name="clarifier-1-arm">
            <a:extLst xmlns:a="http://schemas.openxmlformats.org/drawingml/2006/main">
              <a:ext uri="{FF2B5EF4-FFF2-40B4-BE49-F238E27FC236}">
                <a16:creationId xmlns:a16="http://schemas.microsoft.com/office/drawing/2014/main" id="{03EF6255-0629-4672-B588-05C30583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66775" y="3603879"/>
            <a:ext cx="192024" cy="6172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FFFFFF"/>
            </a:solidFill>
            <a:prstDash val="solid"/>
          </a:ln>
        </p:spPr>
      </p:sp>
      <p:sp>
        <p:nvSpPr>
          <p:cNvPr id="30" name="clarifier-2-rim">
            <a:extLst xmlns:a="http://schemas.openxmlformats.org/drawingml/2006/main">
              <a:ext uri="{FF2B5EF4-FFF2-40B4-BE49-F238E27FC236}">
                <a16:creationId xmlns:a16="http://schemas.microsoft.com/office/drawing/2014/main" id="{23362A34-853C-4C81-8A4D-C1FB451A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514725"/>
            <a:ext cx="685800" cy="3154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9315F"/>
            </a:solidFill>
            <a:prstDash val="solid"/>
          </a:ln>
        </p:spPr>
      </p:sp>
      <p:sp>
        <p:nvSpPr>
          <p:cNvPr id="31" name="clarifier-2-water">
            <a:extLst xmlns:a="http://schemas.openxmlformats.org/drawingml/2006/main">
              <a:ext uri="{FF2B5EF4-FFF2-40B4-BE49-F238E27FC236}">
                <a16:creationId xmlns:a16="http://schemas.microsoft.com/office/drawing/2014/main" id="{1E394DEE-DBCB-4E71-976C-69699948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3552825"/>
            <a:ext cx="609600" cy="2392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32" name="clarifier-2-hub">
            <a:extLst xmlns:a="http://schemas.openxmlformats.org/drawingml/2006/main">
              <a:ext uri="{FF2B5EF4-FFF2-40B4-BE49-F238E27FC236}">
                <a16:creationId xmlns:a16="http://schemas.microsoft.com/office/drawing/2014/main" id="{445D41A7-0912-49B1-A877-10F8CFB9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80185" y="3631311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33" name="clarifier-2-arm">
            <a:extLst xmlns:a="http://schemas.openxmlformats.org/drawingml/2006/main">
              <a:ext uri="{FF2B5EF4-FFF2-40B4-BE49-F238E27FC236}">
                <a16:creationId xmlns:a16="http://schemas.microsoft.com/office/drawing/2014/main" id="{2197DE73-5756-4A7A-BD31-397A1746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514475" y="3603879"/>
            <a:ext cx="192024" cy="6172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FFFFFF"/>
            </a:solidFill>
            <a:prstDash val="solid"/>
          </a:ln>
        </p:spPr>
      </p:sp>
      <p:sp>
        <p:nvSpPr>
          <p:cNvPr id="34" name="clarifier-3-rim">
            <a:extLst xmlns:a="http://schemas.openxmlformats.org/drawingml/2006/main">
              <a:ext uri="{FF2B5EF4-FFF2-40B4-BE49-F238E27FC236}">
                <a16:creationId xmlns:a16="http://schemas.microsoft.com/office/drawing/2014/main" id="{9CBA492B-26A1-4069-BE6D-AAB1ED9D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" y="3914775"/>
            <a:ext cx="685800" cy="3154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9315F"/>
            </a:solidFill>
            <a:prstDash val="solid"/>
          </a:ln>
        </p:spPr>
      </p:sp>
      <p:sp>
        <p:nvSpPr>
          <p:cNvPr id="35" name="clarifier-3-water">
            <a:extLst xmlns:a="http://schemas.openxmlformats.org/drawingml/2006/main">
              <a:ext uri="{FF2B5EF4-FFF2-40B4-BE49-F238E27FC236}">
                <a16:creationId xmlns:a16="http://schemas.microsoft.com/office/drawing/2014/main" id="{B0EE1321-5128-41E1-A685-F9D28E8F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" y="3952875"/>
            <a:ext cx="609600" cy="2392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36" name="clarifier-3-hub">
            <a:extLst xmlns:a="http://schemas.openxmlformats.org/drawingml/2006/main">
              <a:ext uri="{FF2B5EF4-FFF2-40B4-BE49-F238E27FC236}">
                <a16:creationId xmlns:a16="http://schemas.microsoft.com/office/drawing/2014/main" id="{0ADB3DC1-6B0F-4515-9292-A8B4BEFB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6335" y="4031361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37" name="clarifier-3-arm">
            <a:extLst xmlns:a="http://schemas.openxmlformats.org/drawingml/2006/main">
              <a:ext uri="{FF2B5EF4-FFF2-40B4-BE49-F238E27FC236}">
                <a16:creationId xmlns:a16="http://schemas.microsoft.com/office/drawing/2014/main" id="{30254752-874A-4E40-A396-0A72CE63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190625" y="4003929"/>
            <a:ext cx="192024" cy="6172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FFFFFF"/>
            </a:solidFill>
            <a:prstDash val="solid"/>
          </a:ln>
        </p:spPr>
      </p:sp>
      <p:sp>
        <p:nvSpPr>
          <p:cNvPr id="38" name="context-label">
            <a:extLst xmlns:a="http://schemas.openxmlformats.org/drawingml/2006/main">
              <a:ext uri="{FF2B5EF4-FFF2-40B4-BE49-F238E27FC236}">
                <a16:creationId xmlns:a16="http://schemas.microsoft.com/office/drawing/2014/main" id="{B1266B50-1488-466A-A25F-CA6875D8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" y="46291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56B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6B73"/>
                </a:solidFill>
                <a:latin typeface="Arial"/>
                <a:ea typeface="Arial"/>
                <a:cs typeface="Arial"/>
              </a:rPr>
              <a:t>community and treatment</a:t>
            </a:r>
          </a:p>
        </p:txBody>
      </p:sp>
      <p:sp>
        <p:nvSpPr>
          <p:cNvPr id="39" name="sample-bottle">
            <a:extLst xmlns:a="http://schemas.openxmlformats.org/drawingml/2006/main">
              <a:ext uri="{FF2B5EF4-FFF2-40B4-BE49-F238E27FC236}">
                <a16:creationId xmlns:a16="http://schemas.microsoft.com/office/drawing/2014/main" id="{0EB93564-539C-4C34-A682-0536326D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590800"/>
            <a:ext cx="400050" cy="9334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9315F"/>
            </a:solidFill>
            <a:prstDash val="solid"/>
          </a:ln>
        </p:spPr>
      </p:sp>
      <p:sp>
        <p:nvSpPr>
          <p:cNvPr id="40" name="sample-cap">
            <a:extLst xmlns:a="http://schemas.openxmlformats.org/drawingml/2006/main">
              <a:ext uri="{FF2B5EF4-FFF2-40B4-BE49-F238E27FC236}">
                <a16:creationId xmlns:a16="http://schemas.microsoft.com/office/drawing/2014/main" id="{16454DAF-9687-4CFD-836F-98D7A16A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90750" y="24479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29315F"/>
            </a:solidFill>
            <a:prstDash val="solid"/>
          </a:ln>
        </p:spPr>
      </p:sp>
      <p:sp>
        <p:nvSpPr>
          <p:cNvPr id="41" name="sample-liquid">
            <a:extLst xmlns:a="http://schemas.openxmlformats.org/drawingml/2006/main">
              <a:ext uri="{FF2B5EF4-FFF2-40B4-BE49-F238E27FC236}">
                <a16:creationId xmlns:a16="http://schemas.microsoft.com/office/drawing/2014/main" id="{571EF3B2-D6FA-4FAE-84D3-21393687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43125" y="3000375"/>
            <a:ext cx="304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47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measurement-label">
            <a:extLst xmlns:a="http://schemas.openxmlformats.org/drawingml/2006/main">
              <a:ext uri="{FF2B5EF4-FFF2-40B4-BE49-F238E27FC236}">
                <a16:creationId xmlns:a16="http://schemas.microsoft.com/office/drawing/2014/main" id="{594538EC-D5F4-4B2B-B9BF-4353287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5950" y="3571875"/>
            <a:ext cx="97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534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measurement</a:t>
            </a:r>
          </a:p>
          <a:p xmlns:a="http://schemas.openxmlformats.org/drawingml/2006/main">
            <a:pPr algn="ctr">
              <a:defRPr sz="120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43" name="pool-heading">
            <a:extLst xmlns:a="http://schemas.openxmlformats.org/drawingml/2006/main">
              <a:ext uri="{FF2B5EF4-FFF2-40B4-BE49-F238E27FC236}">
                <a16:creationId xmlns:a16="http://schemas.microsoft.com/office/drawing/2014/main" id="{A4AD21D7-45DB-4228-865A-3B39545A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1438275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CANDIDATE POOL</a:t>
            </a:r>
          </a:p>
        </p:txBody>
      </p:sp>
      <p:sp>
        <p:nvSpPr>
          <p:cNvPr id="44" name="candidate-pool">
            <a:extLst xmlns:a="http://schemas.openxmlformats.org/drawingml/2006/main">
              <a:ext uri="{FF2B5EF4-FFF2-40B4-BE49-F238E27FC236}">
                <a16:creationId xmlns:a16="http://schemas.microsoft.com/office/drawing/2014/main" id="{9D1B6094-49A0-4F29-9507-EEB272B1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1847850"/>
            <a:ext cx="1276350" cy="240030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9315F"/>
            </a:solidFill>
            <a:prstDash val="solid"/>
          </a:ln>
        </p:spPr>
      </p:sp>
      <p:sp>
        <p:nvSpPr>
          <p:cNvPr id="45" name="pool-token-1">
            <a:extLst xmlns:a="http://schemas.openxmlformats.org/drawingml/2006/main">
              <a:ext uri="{FF2B5EF4-FFF2-40B4-BE49-F238E27FC236}">
                <a16:creationId xmlns:a16="http://schemas.microsoft.com/office/drawing/2014/main" id="{0E3CA685-A7B9-44A6-81CB-4D2498D7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95625" y="209550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pool-token-2">
            <a:extLst xmlns:a="http://schemas.openxmlformats.org/drawingml/2006/main">
              <a:ext uri="{FF2B5EF4-FFF2-40B4-BE49-F238E27FC236}">
                <a16:creationId xmlns:a16="http://schemas.microsoft.com/office/drawing/2014/main" id="{9C71BFB2-628A-44A2-A1BD-B358595A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209550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pool-token-3">
            <a:extLst xmlns:a="http://schemas.openxmlformats.org/drawingml/2006/main">
              <a:ext uri="{FF2B5EF4-FFF2-40B4-BE49-F238E27FC236}">
                <a16:creationId xmlns:a16="http://schemas.microsoft.com/office/drawing/2014/main" id="{C9781F1C-0147-4522-930C-7BC87F2C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4225" y="2552700"/>
            <a:ext cx="219075" cy="2190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48" name="pool-token-4">
            <a:extLst xmlns:a="http://schemas.openxmlformats.org/drawingml/2006/main">
              <a:ext uri="{FF2B5EF4-FFF2-40B4-BE49-F238E27FC236}">
                <a16:creationId xmlns:a16="http://schemas.microsoft.com/office/drawing/2014/main" id="{14C1A5E1-A22D-4CBA-8A72-4ECC9066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95275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ool-token-5">
            <a:extLst xmlns:a="http://schemas.openxmlformats.org/drawingml/2006/main">
              <a:ext uri="{FF2B5EF4-FFF2-40B4-BE49-F238E27FC236}">
                <a16:creationId xmlns:a16="http://schemas.microsoft.com/office/drawing/2014/main" id="{9AC347B5-1A51-4D3D-810E-BC5FE73E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29025" y="2981325"/>
            <a:ext cx="219075" cy="2190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50" name="pool-token-6">
            <a:extLst xmlns:a="http://schemas.openxmlformats.org/drawingml/2006/main">
              <a:ext uri="{FF2B5EF4-FFF2-40B4-BE49-F238E27FC236}">
                <a16:creationId xmlns:a16="http://schemas.microsoft.com/office/drawing/2014/main" id="{471673A5-9D96-4385-A5A0-242EAD15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333750"/>
            <a:ext cx="219075" cy="219075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51" name="pool-token-7">
            <a:extLst xmlns:a="http://schemas.openxmlformats.org/drawingml/2006/main">
              <a:ext uri="{FF2B5EF4-FFF2-40B4-BE49-F238E27FC236}">
                <a16:creationId xmlns:a16="http://schemas.microsoft.com/office/drawing/2014/main" id="{A8947770-034E-464A-B85F-C1EC7887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3762375"/>
            <a:ext cx="219075" cy="2190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52" name="pool-token-8">
            <a:extLst xmlns:a="http://schemas.openxmlformats.org/drawingml/2006/main">
              <a:ext uri="{FF2B5EF4-FFF2-40B4-BE49-F238E27FC236}">
                <a16:creationId xmlns:a16="http://schemas.microsoft.com/office/drawing/2014/main" id="{6D6D94DC-1ECF-4FEB-8477-B44191E4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733800"/>
            <a:ext cx="219075" cy="219075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53" name="pool-caption">
            <a:extLst xmlns:a="http://schemas.openxmlformats.org/drawingml/2006/main">
              <a:ext uri="{FF2B5EF4-FFF2-40B4-BE49-F238E27FC236}">
                <a16:creationId xmlns:a16="http://schemas.microsoft.com/office/drawing/2014/main" id="{AB5011F5-764F-4436-866F-74759BDF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90800" y="4362450"/>
            <a:ext cx="188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56B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6B73"/>
                </a:solidFill>
                <a:latin typeface="Arial"/>
                <a:ea typeface="Arial"/>
                <a:cs typeface="Arial"/>
              </a:rPr>
              <a:t>measurement-qualified</a:t>
            </a:r>
          </a:p>
          <a:p xmlns:a="http://schemas.openxmlformats.org/drawingml/2006/main">
            <a:pPr algn="ctr">
              <a:defRPr sz="1200" b="1">
                <a:solidFill>
                  <a:srgbClr val="656B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6B73"/>
                </a:solidFill>
                <a:latin typeface="Arial"/>
                <a:ea typeface="Arial"/>
                <a:cs typeface="Arial"/>
              </a:rPr>
              <a:t>candidate objects</a:t>
            </a:r>
          </a:p>
        </p:txBody>
      </p:sp>
      <p:sp>
        <p:nvSpPr>
          <p:cNvPr id="54" name="global-heading">
            <a:extLst xmlns:a="http://schemas.openxmlformats.org/drawingml/2006/main">
              <a:ext uri="{FF2B5EF4-FFF2-40B4-BE49-F238E27FC236}">
                <a16:creationId xmlns:a16="http://schemas.microsoft.com/office/drawing/2014/main" id="{65F17886-A923-4D9A-BB7E-7823C657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2025" y="1438275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Global ranking</a:t>
            </a:r>
          </a:p>
        </p:txBody>
      </p:sp>
      <p:sp>
        <p:nvSpPr>
          <p:cNvPr id="55" name="global-queue">
            <a:extLst xmlns:a="http://schemas.openxmlformats.org/drawingml/2006/main">
              <a:ext uri="{FF2B5EF4-FFF2-40B4-BE49-F238E27FC236}">
                <a16:creationId xmlns:a16="http://schemas.microsoft.com/office/drawing/2014/main" id="{EA2FC49E-DFA5-43D5-ADFB-167ADA08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2025" y="1847850"/>
            <a:ext cx="3124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9315F"/>
            </a:solidFill>
            <a:prstDash val="solid"/>
          </a:ln>
        </p:spPr>
      </p:sp>
      <p:sp>
        <p:nvSpPr>
          <p:cNvPr id="56" name="global-slot-1">
            <a:extLst xmlns:a="http://schemas.openxmlformats.org/drawingml/2006/main">
              <a:ext uri="{FF2B5EF4-FFF2-40B4-BE49-F238E27FC236}">
                <a16:creationId xmlns:a16="http://schemas.microsoft.com/office/drawing/2014/main" id="{514F786C-8C49-4EF6-A127-2E4D0C9C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global-slot-2">
            <a:extLst xmlns:a="http://schemas.openxmlformats.org/drawingml/2006/main">
              <a:ext uri="{FF2B5EF4-FFF2-40B4-BE49-F238E27FC236}">
                <a16:creationId xmlns:a16="http://schemas.microsoft.com/office/drawing/2014/main" id="{64404E5E-0364-4429-8FC7-BDAD1A08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2075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global-slot-3">
            <a:extLst xmlns:a="http://schemas.openxmlformats.org/drawingml/2006/main">
              <a:ext uri="{FF2B5EF4-FFF2-40B4-BE49-F238E27FC236}">
                <a16:creationId xmlns:a16="http://schemas.microsoft.com/office/drawing/2014/main" id="{7CD55E4D-E9C1-4A32-8B44-97DFDB45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global-slot-4">
            <a:extLst xmlns:a="http://schemas.openxmlformats.org/drawingml/2006/main">
              <a:ext uri="{FF2B5EF4-FFF2-40B4-BE49-F238E27FC236}">
                <a16:creationId xmlns:a16="http://schemas.microsoft.com/office/drawing/2014/main" id="{F7035C71-BE3A-427F-BB08-DE935701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global-slot-5">
            <a:extLst xmlns:a="http://schemas.openxmlformats.org/drawingml/2006/main">
              <a:ext uri="{FF2B5EF4-FFF2-40B4-BE49-F238E27FC236}">
                <a16:creationId xmlns:a16="http://schemas.microsoft.com/office/drawing/2014/main" id="{B1FB2EF4-6231-4094-8B77-AFDB9B53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3650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global-slot-6">
            <a:extLst xmlns:a="http://schemas.openxmlformats.org/drawingml/2006/main">
              <a:ext uri="{FF2B5EF4-FFF2-40B4-BE49-F238E27FC236}">
                <a16:creationId xmlns:a16="http://schemas.microsoft.com/office/drawing/2014/main" id="{D495B1ED-4AC4-45EA-882E-D16BA8BF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global-slot-7">
            <a:extLst xmlns:a="http://schemas.openxmlformats.org/drawingml/2006/main">
              <a:ext uri="{FF2B5EF4-FFF2-40B4-BE49-F238E27FC236}">
                <a16:creationId xmlns:a16="http://schemas.microsoft.com/office/drawing/2014/main" id="{421806EF-C320-42D7-82B4-2D08E66F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global-slot-8">
            <a:extLst xmlns:a="http://schemas.openxmlformats.org/drawingml/2006/main">
              <a:ext uri="{FF2B5EF4-FFF2-40B4-BE49-F238E27FC236}">
                <a16:creationId xmlns:a16="http://schemas.microsoft.com/office/drawing/2014/main" id="{8A10EBD2-DAC3-4CE3-BF4C-FB889E1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5225" y="18573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governed-heading">
            <a:extLst xmlns:a="http://schemas.openxmlformats.org/drawingml/2006/main">
              <a:ext uri="{FF2B5EF4-FFF2-40B4-BE49-F238E27FC236}">
                <a16:creationId xmlns:a16="http://schemas.microsoft.com/office/drawing/2014/main" id="{3C8FFDCE-BCED-4569-AA70-199BCD7B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2025" y="2981325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75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755A"/>
                </a:solidFill>
                <a:latin typeface="Arial"/>
                <a:ea typeface="Arial"/>
                <a:cs typeface="Arial"/>
              </a:rPr>
              <a:t>Governed review</a:t>
            </a:r>
          </a:p>
        </p:txBody>
      </p:sp>
      <p:sp>
        <p:nvSpPr>
          <p:cNvPr id="65" name="governed-queue">
            <a:extLst xmlns:a="http://schemas.openxmlformats.org/drawingml/2006/main">
              <a:ext uri="{FF2B5EF4-FFF2-40B4-BE49-F238E27FC236}">
                <a16:creationId xmlns:a16="http://schemas.microsoft.com/office/drawing/2014/main" id="{2B0B297F-14C0-4173-A5FF-D8834721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2025" y="3333750"/>
            <a:ext cx="3124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755A"/>
            </a:solidFill>
            <a:prstDash val="solid"/>
          </a:ln>
        </p:spPr>
      </p:sp>
      <p:sp>
        <p:nvSpPr>
          <p:cNvPr id="66" name="governed-slot-1">
            <a:extLst xmlns:a="http://schemas.openxmlformats.org/drawingml/2006/main">
              <a:ext uri="{FF2B5EF4-FFF2-40B4-BE49-F238E27FC236}">
                <a16:creationId xmlns:a16="http://schemas.microsoft.com/office/drawing/2014/main" id="{B2AB2DC9-DA04-4132-A67A-8B9A307F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governed-slot-2">
            <a:extLst xmlns:a="http://schemas.openxmlformats.org/drawingml/2006/main">
              <a:ext uri="{FF2B5EF4-FFF2-40B4-BE49-F238E27FC236}">
                <a16:creationId xmlns:a16="http://schemas.microsoft.com/office/drawing/2014/main" id="{007DF209-80C3-4F5D-9E7E-6210DDBC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2075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governed-slot-3">
            <a:extLst xmlns:a="http://schemas.openxmlformats.org/drawingml/2006/main">
              <a:ext uri="{FF2B5EF4-FFF2-40B4-BE49-F238E27FC236}">
                <a16:creationId xmlns:a16="http://schemas.microsoft.com/office/drawing/2014/main" id="{E0A13D50-0481-4B89-B033-C4404DBA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9" name="governed-slot-4">
            <a:extLst xmlns:a="http://schemas.openxmlformats.org/drawingml/2006/main">
              <a:ext uri="{FF2B5EF4-FFF2-40B4-BE49-F238E27FC236}">
                <a16:creationId xmlns:a16="http://schemas.microsoft.com/office/drawing/2014/main" id="{D24691B2-490D-48DD-A553-FF65BCA1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0" name="governed-slot-5">
            <a:extLst xmlns:a="http://schemas.openxmlformats.org/drawingml/2006/main">
              <a:ext uri="{FF2B5EF4-FFF2-40B4-BE49-F238E27FC236}">
                <a16:creationId xmlns:a16="http://schemas.microsoft.com/office/drawing/2014/main" id="{9C8D2790-53E6-4EFA-8D68-36C40263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3650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55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1" name="governed-slot-6">
            <a:extLst xmlns:a="http://schemas.openxmlformats.org/drawingml/2006/main">
              <a:ext uri="{FF2B5EF4-FFF2-40B4-BE49-F238E27FC236}">
                <a16:creationId xmlns:a16="http://schemas.microsoft.com/office/drawing/2014/main" id="{8D0B2970-1A90-4CD7-BCAF-908F5672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2" name="governed-slot-7">
            <a:extLst xmlns:a="http://schemas.openxmlformats.org/drawingml/2006/main">
              <a:ext uri="{FF2B5EF4-FFF2-40B4-BE49-F238E27FC236}">
                <a16:creationId xmlns:a16="http://schemas.microsoft.com/office/drawing/2014/main" id="{33D61105-B60E-4BC2-9131-E46588FD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3" name="governed-slot-8">
            <a:extLst xmlns:a="http://schemas.openxmlformats.org/drawingml/2006/main">
              <a:ext uri="{FF2B5EF4-FFF2-40B4-BE49-F238E27FC236}">
                <a16:creationId xmlns:a16="http://schemas.microsoft.com/office/drawing/2014/main" id="{54F9EF08-E91B-442D-BC42-956391CD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5225" y="3343275"/>
            <a:ext cx="3714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4" name="governed-token-1">
            <a:extLst xmlns:a="http://schemas.openxmlformats.org/drawingml/2006/main">
              <a:ext uri="{FF2B5EF4-FFF2-40B4-BE49-F238E27FC236}">
                <a16:creationId xmlns:a16="http://schemas.microsoft.com/office/drawing/2014/main" id="{C9A57D3D-A412-4268-8110-EE14FDDB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6325" y="3495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75" name="governed-token-2">
            <a:extLst xmlns:a="http://schemas.openxmlformats.org/drawingml/2006/main">
              <a:ext uri="{FF2B5EF4-FFF2-40B4-BE49-F238E27FC236}">
                <a16:creationId xmlns:a16="http://schemas.microsoft.com/office/drawing/2014/main" id="{C05D2551-10E2-427E-B5A4-D5442337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6850" y="37719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76" name="governed-token-3">
            <a:extLst xmlns:a="http://schemas.openxmlformats.org/drawingml/2006/main">
              <a:ext uri="{FF2B5EF4-FFF2-40B4-BE49-F238E27FC236}">
                <a16:creationId xmlns:a16="http://schemas.microsoft.com/office/drawing/2014/main" id="{5F5225AF-93B9-4542-B3A5-1A20F2AE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67375" y="349567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governed-token-4">
            <a:extLst xmlns:a="http://schemas.openxmlformats.org/drawingml/2006/main">
              <a:ext uri="{FF2B5EF4-FFF2-40B4-BE49-F238E27FC236}">
                <a16:creationId xmlns:a16="http://schemas.microsoft.com/office/drawing/2014/main" id="{137C1A6C-5A39-46EC-8151-10F9C907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3771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78" name="governed-token-5">
            <a:extLst xmlns:a="http://schemas.openxmlformats.org/drawingml/2006/main">
              <a:ext uri="{FF2B5EF4-FFF2-40B4-BE49-F238E27FC236}">
                <a16:creationId xmlns:a16="http://schemas.microsoft.com/office/drawing/2014/main" id="{1FE677F5-1D86-41CA-84E3-14426354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4956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79" name="governed-token-6">
            <a:extLst xmlns:a="http://schemas.openxmlformats.org/drawingml/2006/main">
              <a:ext uri="{FF2B5EF4-FFF2-40B4-BE49-F238E27FC236}">
                <a16:creationId xmlns:a16="http://schemas.microsoft.com/office/drawing/2014/main" id="{3524F7C6-91ED-4AF7-8C72-12DD3D81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38950" y="3771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80" name="governed-token-7">
            <a:extLst xmlns:a="http://schemas.openxmlformats.org/drawingml/2006/main">
              <a:ext uri="{FF2B5EF4-FFF2-40B4-BE49-F238E27FC236}">
                <a16:creationId xmlns:a16="http://schemas.microsoft.com/office/drawing/2014/main" id="{6D8D7820-3B25-4BE3-B6C2-8C927C59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29475" y="34956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81" name="governed-token-8">
            <a:extLst xmlns:a="http://schemas.openxmlformats.org/drawingml/2006/main">
              <a:ext uri="{FF2B5EF4-FFF2-40B4-BE49-F238E27FC236}">
                <a16:creationId xmlns:a16="http://schemas.microsoft.com/office/drawing/2014/main" id="{C6AD3DC5-CFFA-448E-A42E-8258A034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0" y="3771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82" name="reserve-bracket">
            <a:extLst xmlns:a="http://schemas.openxmlformats.org/drawingml/2006/main">
              <a:ext uri="{FF2B5EF4-FFF2-40B4-BE49-F238E27FC236}">
                <a16:creationId xmlns:a16="http://schemas.microsoft.com/office/drawing/2014/main" id="{F5EDD8DF-19CB-4836-926E-642B28B7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24650" y="4248150"/>
            <a:ext cx="1171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3755A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6BBCFBE-5D58-40E2-A0D1-DA5D8408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24650" y="419100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3755A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5767495-555E-4A67-8D19-E963871A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96225" y="419100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3755A"/>
            </a:solidFill>
            <a:prstDash val="solid"/>
          </a:ln>
        </p:spPr>
      </p:sp>
      <p:sp>
        <p:nvSpPr>
          <p:cNvPr id="85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9571C484-70DC-4497-92E7-E319CD53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4295775"/>
            <a:ext cx="1323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965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755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755A"/>
                </a:solidFill>
                <a:latin typeface="Arial"/>
                <a:ea typeface="Arial"/>
                <a:cs typeface="Arial"/>
              </a:rPr>
              <a:t>declared reserve slots</a:t>
            </a:r>
          </a:p>
        </p:txBody>
      </p:sp>
      <p:sp>
        <p:nvSpPr>
          <p:cNvPr id="86" name="capacity-bracket">
            <a:extLst xmlns:a="http://schemas.openxmlformats.org/drawingml/2006/main">
              <a:ext uri="{FF2B5EF4-FFF2-40B4-BE49-F238E27FC236}">
                <a16:creationId xmlns:a16="http://schemas.microsoft.com/office/drawing/2014/main" id="{93EDEF42-AFCD-4BAE-A71C-3D55B7E9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72025" y="4695825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36404E0-A12D-4233-9CC5-E88A4E1E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72025" y="4638675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9917481-EDD0-45C4-9077-32B3BC1E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96225" y="4638675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315F"/>
            </a:solidFill>
            <a:prstDash val="solid"/>
          </a:ln>
        </p:spPr>
      </p:sp>
      <p:sp>
        <p:nvSpPr>
          <p:cNvPr id="89" name="capacity-label">
            <a:extLst xmlns:a="http://schemas.openxmlformats.org/drawingml/2006/main">
              <a:ext uri="{FF2B5EF4-FFF2-40B4-BE49-F238E27FC236}">
                <a16:creationId xmlns:a16="http://schemas.microsoft.com/office/drawing/2014/main" id="{015731E4-ABEE-4BF9-91B7-10BEB455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7325" y="47244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892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same fixed review capacity</a:t>
            </a:r>
          </a:p>
        </p:txBody>
      </p:sp>
      <p:sp>
        <p:nvSpPr>
          <p:cNvPr id="90" name="audit-heading">
            <a:extLst xmlns:a="http://schemas.openxmlformats.org/drawingml/2006/main">
              <a:ext uri="{FF2B5EF4-FFF2-40B4-BE49-F238E27FC236}">
                <a16:creationId xmlns:a16="http://schemas.microsoft.com/office/drawing/2014/main" id="{580E8336-A015-48B8-A837-C074D2CA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82025" y="12573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375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755A"/>
                </a:solidFill>
                <a:latin typeface="Arial"/>
                <a:ea typeface="Arial"/>
                <a:cs typeface="Arial"/>
              </a:rPr>
              <a:t>AUDITABLE SELECTION</a:t>
            </a:r>
          </a:p>
        </p:txBody>
      </p:sp>
      <p:sp>
        <p:nvSpPr>
          <p:cNvPr id="91" name="audit-ledger">
            <a:extLst xmlns:a="http://schemas.openxmlformats.org/drawingml/2006/main">
              <a:ext uri="{FF2B5EF4-FFF2-40B4-BE49-F238E27FC236}">
                <a16:creationId xmlns:a16="http://schemas.microsoft.com/office/drawing/2014/main" id="{02FCE435-0BFC-48A3-994E-3E846C6A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1828800"/>
            <a:ext cx="1809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9315F"/>
            </a:solidFill>
            <a:prstDash val="solid"/>
          </a:ln>
        </p:spPr>
      </p:sp>
      <p:sp>
        <p:nvSpPr>
          <p:cNvPr id="92" name="audit-ledger-clip">
            <a:extLst xmlns:a="http://schemas.openxmlformats.org/drawingml/2006/main">
              <a:ext uri="{FF2B5EF4-FFF2-40B4-BE49-F238E27FC236}">
                <a16:creationId xmlns:a16="http://schemas.microsoft.com/office/drawing/2014/main" id="{55EEE4A0-A8A0-4A3C-B0E8-80A4A71F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44125" y="1685925"/>
            <a:ext cx="914400" cy="238125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29315F"/>
          </a:solidFill>
          <a:ln xmlns:a="http://schemas.openxmlformats.org/drawingml/2006/main" w="9525">
            <a:solidFill>
              <a:srgbClr val="29315F"/>
            </a:solidFill>
            <a:prstDash val="solid"/>
          </a:ln>
        </p:spPr>
      </p:sp>
      <p:sp>
        <p:nvSpPr>
          <p:cNvPr id="93" name="ledger-line-1">
            <a:extLst xmlns:a="http://schemas.openxmlformats.org/drawingml/2006/main">
              <a:ext uri="{FF2B5EF4-FFF2-40B4-BE49-F238E27FC236}">
                <a16:creationId xmlns:a16="http://schemas.microsoft.com/office/drawing/2014/main" id="{3490991A-9928-424C-859F-5DDC73FA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53625" y="2409825"/>
            <a:ext cx="1304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D0D3"/>
            </a:solidFill>
            <a:prstDash val="solid"/>
          </a:ln>
        </p:spPr>
      </p:sp>
      <p:sp>
        <p:nvSpPr>
          <p:cNvPr id="94" name="ledger-line-2">
            <a:extLst xmlns:a="http://schemas.openxmlformats.org/drawingml/2006/main">
              <a:ext uri="{FF2B5EF4-FFF2-40B4-BE49-F238E27FC236}">
                <a16:creationId xmlns:a16="http://schemas.microsoft.com/office/drawing/2014/main" id="{C13DB4F3-3891-4EB1-BAA8-80374B42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53625" y="2847975"/>
            <a:ext cx="1304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D0D3"/>
            </a:solidFill>
            <a:prstDash val="solid"/>
          </a:ln>
        </p:spPr>
      </p:sp>
      <p:sp>
        <p:nvSpPr>
          <p:cNvPr id="95" name="ledger-line-3">
            <a:extLst xmlns:a="http://schemas.openxmlformats.org/drawingml/2006/main">
              <a:ext uri="{FF2B5EF4-FFF2-40B4-BE49-F238E27FC236}">
                <a16:creationId xmlns:a16="http://schemas.microsoft.com/office/drawing/2014/main" id="{1EBAF1C8-3DD5-497F-8640-0D11AB5D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53625" y="3286125"/>
            <a:ext cx="1304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D0D3"/>
            </a:solidFill>
            <a:prstDash val="solid"/>
          </a:ln>
        </p:spPr>
      </p:sp>
      <p:sp>
        <p:nvSpPr>
          <p:cNvPr id="96" name="ledger-line-4">
            <a:extLst xmlns:a="http://schemas.openxmlformats.org/drawingml/2006/main">
              <a:ext uri="{FF2B5EF4-FFF2-40B4-BE49-F238E27FC236}">
                <a16:creationId xmlns:a16="http://schemas.microsoft.com/office/drawing/2014/main" id="{EF05481E-BBCB-4A24-8A4F-AE9CE284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53625" y="3724275"/>
            <a:ext cx="1304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D0D3"/>
            </a:solidFill>
            <a:prstDash val="solid"/>
          </a:ln>
        </p:spPr>
      </p:sp>
      <p:sp>
        <p:nvSpPr>
          <p:cNvPr id="97" name="audit-lens">
            <a:extLst xmlns:a="http://schemas.openxmlformats.org/drawingml/2006/main">
              <a:ext uri="{FF2B5EF4-FFF2-40B4-BE49-F238E27FC236}">
                <a16:creationId xmlns:a16="http://schemas.microsoft.com/office/drawing/2014/main" id="{808961CD-AC2E-44E4-8B8A-67BBCA16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48675" y="17907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755A"/>
            </a:solidFill>
            <a:prstDash val="solid"/>
          </a:ln>
        </p:spPr>
      </p:sp>
      <p:sp>
        <p:nvSpPr>
          <p:cNvPr id="98" name="lens-common">
            <a:extLst xmlns:a="http://schemas.openxmlformats.org/drawingml/2006/main">
              <a:ext uri="{FF2B5EF4-FFF2-40B4-BE49-F238E27FC236}">
                <a16:creationId xmlns:a16="http://schemas.microsoft.com/office/drawing/2014/main" id="{D52908A1-B3D2-41A2-9EA2-E360F319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3950" y="208597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1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lens-profile">
            <a:extLst xmlns:a="http://schemas.openxmlformats.org/drawingml/2006/main">
              <a:ext uri="{FF2B5EF4-FFF2-40B4-BE49-F238E27FC236}">
                <a16:creationId xmlns:a16="http://schemas.microsoft.com/office/drawing/2014/main" id="{3F7DAE99-451C-491E-99DB-459121EB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15425" y="20955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100" name="lens-weak">
            <a:extLst xmlns:a="http://schemas.openxmlformats.org/drawingml/2006/main">
              <a:ext uri="{FF2B5EF4-FFF2-40B4-BE49-F238E27FC236}">
                <a16:creationId xmlns:a16="http://schemas.microsoft.com/office/drawing/2014/main" id="{D4EAE1FD-24E5-460D-B875-C08EE1E8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457450"/>
            <a:ext cx="247650" cy="2476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80578D"/>
          </a:solidFill>
          <a:ln xmlns:a="http://schemas.openxmlformats.org/drawingml/2006/main" w="7620">
            <a:solidFill>
              <a:srgbClr val="29315F"/>
            </a:solidFill>
            <a:prstDash val="solid"/>
          </a:ln>
        </p:spPr>
      </p:sp>
      <p:sp>
        <p:nvSpPr>
          <p:cNvPr id="101" name="audit-handle-outline">
            <a:extLst xmlns:a="http://schemas.openxmlformats.org/drawingml/2006/main">
              <a:ext uri="{FF2B5EF4-FFF2-40B4-BE49-F238E27FC236}">
                <a16:creationId xmlns:a16="http://schemas.microsoft.com/office/drawing/2014/main" id="{C617BBA5-D9FD-4D39-B417-1B278B23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96400" y="2686050"/>
            <a:ext cx="45720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0975">
            <a:solidFill>
              <a:srgbClr val="29315F"/>
            </a:solidFill>
            <a:prstDash val="solid"/>
          </a:ln>
        </p:spPr>
      </p:sp>
      <p:sp>
        <p:nvSpPr>
          <p:cNvPr id="102" name="audit-handle">
            <a:extLst xmlns:a="http://schemas.openxmlformats.org/drawingml/2006/main">
              <a:ext uri="{FF2B5EF4-FFF2-40B4-BE49-F238E27FC236}">
                <a16:creationId xmlns:a16="http://schemas.microsoft.com/office/drawing/2014/main" id="{B1C3AAD3-4266-40B2-A46A-5425243C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96400" y="2686050"/>
            <a:ext cx="45720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25">
            <a:solidFill>
              <a:srgbClr val="39434D"/>
            </a:solidFill>
            <a:prstDash val="solid"/>
          </a:ln>
        </p:spPr>
      </p:sp>
      <p:sp>
        <p:nvSpPr>
          <p:cNvPr id="103" name="audit-check-1">
            <a:extLst xmlns:a="http://schemas.openxmlformats.org/drawingml/2006/main">
              <a:ext uri="{FF2B5EF4-FFF2-40B4-BE49-F238E27FC236}">
                <a16:creationId xmlns:a16="http://schemas.microsoft.com/office/drawing/2014/main" id="{F64952D8-BEF8-40FB-9A13-25391B24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0478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14288">
            <a:solidFill>
              <a:srgbClr val="23755A"/>
            </a:solidFill>
            <a:prstDash val="solid"/>
          </a:ln>
        </p:spPr>
      </p:sp>
      <p:sp>
        <p:nvSpPr>
          <p:cNvPr id="104" name="audit-check-1-left">
            <a:extLst xmlns:a="http://schemas.openxmlformats.org/drawingml/2006/main">
              <a:ext uri="{FF2B5EF4-FFF2-40B4-BE49-F238E27FC236}">
                <a16:creationId xmlns:a16="http://schemas.microsoft.com/office/drawing/2014/main" id="{4A9BCE74-F05D-4C4F-9C04-46771B10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82200" y="2162175"/>
            <a:ext cx="476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05" name="audit-check-1-right">
            <a:extLst xmlns:a="http://schemas.openxmlformats.org/drawingml/2006/main">
              <a:ext uri="{FF2B5EF4-FFF2-40B4-BE49-F238E27FC236}">
                <a16:creationId xmlns:a16="http://schemas.microsoft.com/office/drawing/2014/main" id="{77B8FE6B-1726-401E-B060-4E525547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029825" y="2105025"/>
            <a:ext cx="76200" cy="104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06" name="audit-label-1">
            <a:extLst xmlns:a="http://schemas.openxmlformats.org/drawingml/2006/main">
              <a:ext uri="{FF2B5EF4-FFF2-40B4-BE49-F238E27FC236}">
                <a16:creationId xmlns:a16="http://schemas.microsoft.com/office/drawing/2014/main" id="{12A24897-80B8-4B39-B13C-B5671C85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01930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25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0252B"/>
                </a:solidFill>
                <a:latin typeface="Arial"/>
                <a:ea typeface="Arial"/>
                <a:cs typeface="Arial"/>
              </a:rPr>
              <a:t>Stable ordering</a:t>
            </a:r>
          </a:p>
        </p:txBody>
      </p:sp>
      <p:sp>
        <p:nvSpPr>
          <p:cNvPr id="107" name="audit-check-2">
            <a:extLst xmlns:a="http://schemas.openxmlformats.org/drawingml/2006/main">
              <a:ext uri="{FF2B5EF4-FFF2-40B4-BE49-F238E27FC236}">
                <a16:creationId xmlns:a16="http://schemas.microsoft.com/office/drawing/2014/main" id="{ADC2DC26-1EDF-476D-B70C-7124A121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4860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14288">
            <a:solidFill>
              <a:srgbClr val="23755A"/>
            </a:solidFill>
            <a:prstDash val="solid"/>
          </a:ln>
        </p:spPr>
      </p:sp>
      <p:sp>
        <p:nvSpPr>
          <p:cNvPr id="108" name="audit-check-2-left">
            <a:extLst xmlns:a="http://schemas.openxmlformats.org/drawingml/2006/main">
              <a:ext uri="{FF2B5EF4-FFF2-40B4-BE49-F238E27FC236}">
                <a16:creationId xmlns:a16="http://schemas.microsoft.com/office/drawing/2014/main" id="{FB4C670C-5997-4A3A-8E27-ADFF8829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82200" y="2600325"/>
            <a:ext cx="476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09" name="audit-check-2-right">
            <a:extLst xmlns:a="http://schemas.openxmlformats.org/drawingml/2006/main">
              <a:ext uri="{FF2B5EF4-FFF2-40B4-BE49-F238E27FC236}">
                <a16:creationId xmlns:a16="http://schemas.microsoft.com/office/drawing/2014/main" id="{B52B5B96-EFFA-4C10-8545-D037D520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029825" y="2543175"/>
            <a:ext cx="76200" cy="104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10" name="audit-label-2">
            <a:extLst xmlns:a="http://schemas.openxmlformats.org/drawingml/2006/main">
              <a:ext uri="{FF2B5EF4-FFF2-40B4-BE49-F238E27FC236}">
                <a16:creationId xmlns:a16="http://schemas.microsoft.com/office/drawing/2014/main" id="{0B52D38C-DC98-4F9C-9B0B-CE32C0BC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45745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2684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25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0252B"/>
                </a:solidFill>
                <a:latin typeface="Arial"/>
                <a:ea typeface="Arial"/>
                <a:cs typeface="Arial"/>
              </a:rPr>
              <a:t>Declared reserves</a:t>
            </a:r>
          </a:p>
        </p:txBody>
      </p:sp>
      <p:sp>
        <p:nvSpPr>
          <p:cNvPr id="111" name="audit-check-3">
            <a:extLst xmlns:a="http://schemas.openxmlformats.org/drawingml/2006/main">
              <a:ext uri="{FF2B5EF4-FFF2-40B4-BE49-F238E27FC236}">
                <a16:creationId xmlns:a16="http://schemas.microsoft.com/office/drawing/2014/main" id="{FBCE7676-98ED-4FDF-BB03-CE55507C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9241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14288">
            <a:solidFill>
              <a:srgbClr val="23755A"/>
            </a:solidFill>
            <a:prstDash val="solid"/>
          </a:ln>
        </p:spPr>
      </p:sp>
      <p:sp>
        <p:nvSpPr>
          <p:cNvPr id="112" name="audit-check-3-left">
            <a:extLst xmlns:a="http://schemas.openxmlformats.org/drawingml/2006/main">
              <a:ext uri="{FF2B5EF4-FFF2-40B4-BE49-F238E27FC236}">
                <a16:creationId xmlns:a16="http://schemas.microsoft.com/office/drawing/2014/main" id="{DDB54DE6-4335-42F2-AD36-0265DBC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82200" y="3038475"/>
            <a:ext cx="476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13" name="audit-check-3-right">
            <a:extLst xmlns:a="http://schemas.openxmlformats.org/drawingml/2006/main">
              <a:ext uri="{FF2B5EF4-FFF2-40B4-BE49-F238E27FC236}">
                <a16:creationId xmlns:a16="http://schemas.microsoft.com/office/drawing/2014/main" id="{8EFD15D6-3B50-415D-BC7F-05C8071A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029825" y="2981325"/>
            <a:ext cx="76200" cy="104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3755A"/>
            </a:solidFill>
            <a:prstDash val="solid"/>
          </a:ln>
        </p:spPr>
      </p:sp>
      <p:sp>
        <p:nvSpPr>
          <p:cNvPr id="114" name="audit-label-3">
            <a:extLst xmlns:a="http://schemas.openxmlformats.org/drawingml/2006/main">
              <a:ext uri="{FF2B5EF4-FFF2-40B4-BE49-F238E27FC236}">
                <a16:creationId xmlns:a16="http://schemas.microsoft.com/office/drawing/2014/main" id="{DEEAEA25-FC49-417E-BFBA-CF732155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89560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25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0252B"/>
                </a:solidFill>
                <a:latin typeface="Arial"/>
                <a:ea typeface="Arial"/>
                <a:cs typeface="Arial"/>
              </a:rPr>
              <a:t>Complete ledger</a:t>
            </a:r>
          </a:p>
        </p:txBody>
      </p:sp>
      <p:sp>
        <p:nvSpPr>
          <p:cNvPr id="115" name="evidence-boundary">
            <a:extLst xmlns:a="http://schemas.openxmlformats.org/drawingml/2006/main">
              <a:ext uri="{FF2B5EF4-FFF2-40B4-BE49-F238E27FC236}">
                <a16:creationId xmlns:a16="http://schemas.microsoft.com/office/drawing/2014/main" id="{F5F678CE-F913-44C4-A4FF-B5B574F9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610600" y="4857750"/>
            <a:ext cx="552450" cy="609600"/>
          </a:xfrm>
          <a:prstGeom xmlns:a="http://schemas.openxmlformats.org/drawingml/2006/main" prst="pentagon">
            <a:avLst/>
          </a:prstGeom>
          <a:solidFill xmlns:a="http://schemas.openxmlformats.org/drawingml/2006/main">
            <a:srgbClr val="E4F1EA"/>
          </a:solidFill>
          <a:ln xmlns:a="http://schemas.openxmlformats.org/drawingml/2006/main" w="19050">
            <a:solidFill>
              <a:srgbClr val="23755A"/>
            </a:solidFill>
            <a:prstDash val="solid"/>
          </a:ln>
        </p:spPr>
      </p:sp>
      <p:sp>
        <p:nvSpPr>
          <p:cNvPr id="116" name="boundary-water-drop">
            <a:extLst xmlns:a="http://schemas.openxmlformats.org/drawingml/2006/main">
              <a:ext uri="{FF2B5EF4-FFF2-40B4-BE49-F238E27FC236}">
                <a16:creationId xmlns:a16="http://schemas.microsoft.com/office/drawing/2014/main" id="{ED632A02-2AB6-468B-8088-CB2FA1B3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5076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222AFFC3-6D2E-4443-B59A-7F40B55F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5850"/>
            <a:ext cx="2495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Selection remains separate from evidence interpretation</a:t>
            </a:r>
          </a:p>
        </p:txBody>
      </p:sp>
      <p:sp>
        <p:nvSpPr>
          <p:cNvPr id="118" name="water-baseline">
            <a:extLst xmlns:a="http://schemas.openxmlformats.org/drawingml/2006/main">
              <a:ext uri="{FF2B5EF4-FFF2-40B4-BE49-F238E27FC236}">
                <a16:creationId xmlns:a16="http://schemas.microsoft.com/office/drawing/2014/main" id="{A22EF724-EF58-4825-8AEC-12108393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3850" y="5638800"/>
            <a:ext cx="1154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8DEE5"/>
            </a:solidFill>
            <a:prstDash val="solid"/>
          </a:ln>
        </p:spPr>
      </p:sp>
      <p:sp>
        <p:nvSpPr>
          <p:cNvPr id="119" name="step-qualify">
            <a:extLst xmlns:a="http://schemas.openxmlformats.org/drawingml/2006/main">
              <a:ext uri="{FF2B5EF4-FFF2-40B4-BE49-F238E27FC236}">
                <a16:creationId xmlns:a16="http://schemas.microsoft.com/office/drawing/2014/main" id="{20D907ED-E0C6-48F8-A1C0-C995726F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69595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FA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47FA1"/>
                </a:solidFill>
                <a:latin typeface="Arial"/>
                <a:ea typeface="Arial"/>
                <a:cs typeface="Arial"/>
              </a:rPr>
              <a:t>QUALIFY</a:t>
            </a:r>
          </a:p>
        </p:txBody>
      </p:sp>
      <p:sp>
        <p:nvSpPr>
          <p:cNvPr id="120" name="step-rank">
            <a:extLst xmlns:a="http://schemas.openxmlformats.org/drawingml/2006/main">
              <a:ext uri="{FF2B5EF4-FFF2-40B4-BE49-F238E27FC236}">
                <a16:creationId xmlns:a16="http://schemas.microsoft.com/office/drawing/2014/main" id="{02A0C744-3215-41AB-B5B7-ABC56C3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14650" y="56959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931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9315F"/>
                </a:solidFill>
                <a:latin typeface="Arial"/>
                <a:ea typeface="Arial"/>
                <a:cs typeface="Arial"/>
              </a:rPr>
              <a:t>RANK</a:t>
            </a:r>
          </a:p>
        </p:txBody>
      </p:sp>
      <p:sp>
        <p:nvSpPr>
          <p:cNvPr id="121" name="step-reserve">
            <a:extLst xmlns:a="http://schemas.openxmlformats.org/drawingml/2006/main">
              <a:ext uri="{FF2B5EF4-FFF2-40B4-BE49-F238E27FC236}">
                <a16:creationId xmlns:a16="http://schemas.microsoft.com/office/drawing/2014/main" id="{4718902B-E723-4B5B-A5D5-3CCD2D72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56959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755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755A"/>
                </a:solidFill>
                <a:latin typeface="Arial"/>
                <a:ea typeface="Arial"/>
                <a:cs typeface="Arial"/>
              </a:rPr>
              <a:t>RESERVE AND FILL</a:t>
            </a:r>
          </a:p>
        </p:txBody>
      </p:sp>
      <p:sp>
        <p:nvSpPr>
          <p:cNvPr id="122" name="step-audit">
            <a:extLst xmlns:a="http://schemas.openxmlformats.org/drawingml/2006/main">
              <a:ext uri="{FF2B5EF4-FFF2-40B4-BE49-F238E27FC236}">
                <a16:creationId xmlns:a16="http://schemas.microsoft.com/office/drawing/2014/main" id="{0CCCD98E-BD95-480D-8DA9-AFAFB3F1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56959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755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755A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</p:spTree>
    <p:extLst>
      <p:ext uri="{BB962C8B-B14F-4D97-AF65-F5344CB8AC3E}">
        <p14:creationId xmlns:p14="http://schemas.microsoft.com/office/powerpoint/2010/main" val="11260888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2026-07-21T08:19:31.8360000Z</dcterms:created>
  <dcterms:modified xsi:type="dcterms:W3CDTF">2026-07-21T08:19:31.8360000Z</dcterms:modified>
</coreProperties>
</file>