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53a272197466a" /><Relationship Type="http://schemas.openxmlformats.org/officeDocument/2006/relationships/extended-properties" Target="/docProps/app.xml" Id="R57c04b79d5374537" /><Relationship Type="http://schemas.openxmlformats.org/officeDocument/2006/relationships/officeDocument" Target="/ppt/presentation.xml" Id="R68398542ed6e4f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14fff8da2f46b0"/>
  </p:sldMasterIdLst>
  <p:notesMasterIdLst>
    <p:notesMasterId xmlns:r="http://schemas.openxmlformats.org/officeDocument/2006/relationships" r:id="R8427cf1ee04c4aa6"/>
  </p:notesMasterIdLst>
  <p:sldIdLst>
    <p:sldId xmlns:r="http://schemas.openxmlformats.org/officeDocument/2006/relationships" id="256" r:id="R5b92036c0e034ea8"/>
  </p:sldIdLst>
  <p:sldSz cx="12192000" cy="6096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9dea03f4a74bac" /><Relationship Type="http://schemas.openxmlformats.org/officeDocument/2006/relationships/slideMaster" Target="/ppt/slideMasters/slideMaster1.xml" Id="R4014fff8da2f46b0" /><Relationship Type="http://schemas.openxmlformats.org/officeDocument/2006/relationships/notesMaster" Target="/ppt/notesMasters/notesMaster1.xml" Id="R8427cf1ee04c4aa6" /><Relationship Type="http://schemas.openxmlformats.org/officeDocument/2006/relationships/presProps" Target="/ppt/presProps.xml" Id="Re1cf30deac9e4a28" /><Relationship Type="http://schemas.openxmlformats.org/officeDocument/2006/relationships/tableStyles" Target="/ppt/tableStyles.xml" Id="R826ba27696764756" /><Relationship Type="http://schemas.openxmlformats.org/officeDocument/2006/relationships/slide" Target="/ppt/slides/slide1.xml" Id="R5b92036c0e034e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202fe1aa004b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8f2aed27fb49f6" /><Relationship Type="http://schemas.openxmlformats.org/officeDocument/2006/relationships/notesMaster" Target="/ppt/notesMasters/notesMaster1.xml" Id="Rd269d3b4ef8e46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49411bdee40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25d21d50b14500" /><Relationship Type="http://schemas.openxmlformats.org/officeDocument/2006/relationships/slideLayout" Target="/ppt/slideLayouts/slideLayout1.xml" Id="R33ff8fda597748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ff8fda597748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f7660245a4086" /><Relationship Type="http://schemas.openxmlformats.org/officeDocument/2006/relationships/notesSlide" Target="/ppt/notesSlides/notesSlide1.xml" Id="Re386f9f443314d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overview-eyebrow">
            <a:extLst xmlns:a="http://schemas.openxmlformats.org/drawingml/2006/main">
              <a:ext uri="{FF2B5EF4-FFF2-40B4-BE49-F238E27FC236}">
                <a16:creationId xmlns:a16="http://schemas.microsoft.com/office/drawing/2014/main" id="{6BD6890B-55DA-4D50-B6A8-4208A811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78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785F"/>
                </a:solidFill>
                <a:latin typeface="Arial"/>
                <a:ea typeface="Arial"/>
                <a:cs typeface="Arial"/>
              </a:rPr>
              <a:t>REFERENCE IMPLEMENTATION</a:t>
            </a:r>
          </a:p>
        </p:txBody>
      </p:sp>
      <p:sp>
        <p:nvSpPr>
          <p:cNvPr id="2" name="overview-takeaway">
            <a:extLst xmlns:a="http://schemas.openxmlformats.org/drawingml/2006/main">
              <a:ext uri="{FF2B5EF4-FFF2-40B4-BE49-F238E27FC236}">
                <a16:creationId xmlns:a16="http://schemas.microsoft.com/office/drawing/2014/main" id="{59E36423-CA0E-4295-81BB-3F655F71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238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How the governed review queue is constructed</a:t>
            </a:r>
          </a:p>
        </p:txBody>
      </p:sp>
      <p:sp>
        <p:nvSpPr>
          <p:cNvPr id="3" name="overview-subtitle">
            <a:extLst xmlns:a="http://schemas.openxmlformats.org/drawingml/2006/main">
              <a:ext uri="{FF2B5EF4-FFF2-40B4-BE49-F238E27FC236}">
                <a16:creationId xmlns:a16="http://schemas.microsoft.com/office/drawing/2014/main" id="{72D80455-E664-40BB-80EE-771AFB50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52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One ranked candidate pool, one fixed capacity, and an explicit record of how every slot was assigned.</a:t>
            </a:r>
          </a:p>
        </p:txBody>
      </p:sp>
      <p:sp>
        <p:nvSpPr>
          <p:cNvPr id="4" name="overview-divider">
            <a:extLst xmlns:a="http://schemas.openxmlformats.org/drawingml/2006/main">
              <a:ext uri="{FF2B5EF4-FFF2-40B4-BE49-F238E27FC236}">
                <a16:creationId xmlns:a16="http://schemas.microsoft.com/office/drawing/2014/main" id="{EDBA877E-1D51-46FF-93E6-9AA915E5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3906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4"/>
            </a:solidFill>
            <a:prstDash val="solid"/>
          </a:ln>
        </p:spPr>
      </p:sp>
      <p:sp>
        <p:nvSpPr>
          <p:cNvPr id="5" name="input-to-rank-arrow">
            <a:extLst xmlns:a="http://schemas.openxmlformats.org/drawingml/2006/main">
              <a:ext uri="{FF2B5EF4-FFF2-40B4-BE49-F238E27FC236}">
                <a16:creationId xmlns:a16="http://schemas.microsoft.com/office/drawing/2014/main" id="{FA34A6E5-FDE6-4F19-8719-08E95BA1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32194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nk-to-allocation-arrow">
            <a:extLst xmlns:a="http://schemas.openxmlformats.org/drawingml/2006/main">
              <a:ext uri="{FF2B5EF4-FFF2-40B4-BE49-F238E27FC236}">
                <a16:creationId xmlns:a16="http://schemas.microsoft.com/office/drawing/2014/main" id="{16A7BB51-0696-479C-8CA7-8EBB2B28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32194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llocation-to-result-arrow">
            <a:extLst xmlns:a="http://schemas.openxmlformats.org/drawingml/2006/main">
              <a:ext uri="{FF2B5EF4-FFF2-40B4-BE49-F238E27FC236}">
                <a16:creationId xmlns:a16="http://schemas.microsoft.com/office/drawing/2014/main" id="{325ABF8E-CBA6-4EB9-8EA7-4DECB10C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7825" y="32194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put-heading">
            <a:extLst xmlns:a="http://schemas.openxmlformats.org/drawingml/2006/main">
              <a:ext uri="{FF2B5EF4-FFF2-40B4-BE49-F238E27FC236}">
                <a16:creationId xmlns:a16="http://schemas.microsoft.com/office/drawing/2014/main" id="{711B956A-9F3C-475A-8D91-17BABA5F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695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Candidate records</a:t>
            </a:r>
          </a:p>
        </p:txBody>
      </p:sp>
      <p:sp>
        <p:nvSpPr>
          <p:cNvPr id="9" name="input-caption">
            <a:extLst xmlns:a="http://schemas.openxmlformats.org/drawingml/2006/main">
              <a:ext uri="{FF2B5EF4-FFF2-40B4-BE49-F238E27FC236}">
                <a16:creationId xmlns:a16="http://schemas.microsoft.com/office/drawing/2014/main" id="{7935B6C4-DFF8-494B-BD25-6D069ED6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0383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Python mappings or synthetic CSV</a:t>
            </a:r>
          </a:p>
        </p:txBody>
      </p:sp>
      <p:sp>
        <p:nvSpPr>
          <p:cNvPr id="10" name="candidate-records-sheet">
            <a:extLst xmlns:a="http://schemas.openxmlformats.org/drawingml/2006/main">
              <a:ext uri="{FF2B5EF4-FFF2-40B4-BE49-F238E27FC236}">
                <a16:creationId xmlns:a16="http://schemas.microsoft.com/office/drawing/2014/main" id="{5406EC9F-3A57-4798-A4B1-229556E5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76500"/>
            <a:ext cx="1905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6355F"/>
            </a:solidFill>
            <a:prstDash val="solid"/>
          </a:ln>
        </p:spPr>
      </p:sp>
      <p:sp>
        <p:nvSpPr>
          <p:cNvPr id="11" name="candidate-records-header">
            <a:extLst xmlns:a="http://schemas.openxmlformats.org/drawingml/2006/main">
              <a:ext uri="{FF2B5EF4-FFF2-40B4-BE49-F238E27FC236}">
                <a16:creationId xmlns:a16="http://schemas.microsoft.com/office/drawing/2014/main" id="{3D3AFD31-5360-4653-9871-8FCC4140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765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6"/>
          </a:solidFill>
          <a:ln xmlns:a="http://schemas.openxmlformats.org/drawingml/2006/main" w="11430">
            <a:solidFill>
              <a:srgbClr val="26355F"/>
            </a:solidFill>
            <a:prstDash val="solid"/>
          </a:ln>
        </p:spPr>
      </p:sp>
      <p:sp>
        <p:nvSpPr>
          <p:cNvPr id="12" name="candidate-id-header">
            <a:extLst xmlns:a="http://schemas.openxmlformats.org/drawingml/2006/main">
              <a:ext uri="{FF2B5EF4-FFF2-40B4-BE49-F238E27FC236}">
                <a16:creationId xmlns:a16="http://schemas.microsoft.com/office/drawing/2014/main" id="{C151BCCC-55D0-4C94-A2F7-3F8FE182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514600"/>
            <a:ext cx="110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candidate_id</a:t>
            </a:r>
          </a:p>
        </p:txBody>
      </p:sp>
      <p:sp>
        <p:nvSpPr>
          <p:cNvPr id="13" name="score-header">
            <a:extLst xmlns:a="http://schemas.openxmlformats.org/drawingml/2006/main">
              <a:ext uri="{FF2B5EF4-FFF2-40B4-BE49-F238E27FC236}">
                <a16:creationId xmlns:a16="http://schemas.microsoft.com/office/drawing/2014/main" id="{AA2334F0-5DEA-464D-846B-1C5717A2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5146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4" name="candidate-token-1">
            <a:extLst xmlns:a="http://schemas.openxmlformats.org/drawingml/2006/main">
              <a:ext uri="{FF2B5EF4-FFF2-40B4-BE49-F238E27FC236}">
                <a16:creationId xmlns:a16="http://schemas.microsoft.com/office/drawing/2014/main" id="{DA9F6739-F566-4FD1-9E43-9DA73C74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ndidate-id-1">
            <a:extLst xmlns:a="http://schemas.openxmlformats.org/drawingml/2006/main">
              <a:ext uri="{FF2B5EF4-FFF2-40B4-BE49-F238E27FC236}">
                <a16:creationId xmlns:a16="http://schemas.microsoft.com/office/drawing/2014/main" id="{72214A47-2399-4672-B9B7-1C837A2B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914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27"/>
                </a:solidFill>
                <a:latin typeface="Arial"/>
                <a:ea typeface="Arial"/>
                <a:cs typeface="Arial"/>
              </a:rPr>
              <a:t>A07</a:t>
            </a:r>
          </a:p>
        </p:txBody>
      </p:sp>
      <p:sp>
        <p:nvSpPr>
          <p:cNvPr id="16" name="candidate-score-1">
            <a:extLst xmlns:a="http://schemas.openxmlformats.org/drawingml/2006/main">
              <a:ext uri="{FF2B5EF4-FFF2-40B4-BE49-F238E27FC236}">
                <a16:creationId xmlns:a16="http://schemas.microsoft.com/office/drawing/2014/main" id="{83297D64-C3E6-43DF-81C1-BDA911F2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2914650"/>
            <a:ext cx="447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720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27"/>
                </a:solidFill>
                <a:latin typeface="Arial"/>
                <a:ea typeface="Arial"/>
                <a:cs typeface="Arial"/>
              </a:rPr>
              <a:t>0.91</a:t>
            </a:r>
          </a:p>
        </p:txBody>
      </p:sp>
      <p:sp>
        <p:nvSpPr>
          <p:cNvPr id="17" name="candidate-row-line-1">
            <a:extLst xmlns:a="http://schemas.openxmlformats.org/drawingml/2006/main">
              <a:ext uri="{FF2B5EF4-FFF2-40B4-BE49-F238E27FC236}">
                <a16:creationId xmlns:a16="http://schemas.microsoft.com/office/drawing/2014/main" id="{A1BDBBAE-D6A8-4BA4-BC86-3184DEF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850" y="3267075"/>
            <a:ext cx="1676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4"/>
            </a:solidFill>
            <a:prstDash val="solid"/>
          </a:ln>
        </p:spPr>
      </p:sp>
      <p:sp>
        <p:nvSpPr>
          <p:cNvPr id="18" name="candidate-token-2">
            <a:extLst xmlns:a="http://schemas.openxmlformats.org/drawingml/2006/main">
              <a:ext uri="{FF2B5EF4-FFF2-40B4-BE49-F238E27FC236}">
                <a16:creationId xmlns:a16="http://schemas.microsoft.com/office/drawing/2014/main" id="{8E4B9978-EF8C-4930-A959-D7C90084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FA0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19" name="candidate-id-2">
            <a:extLst xmlns:a="http://schemas.openxmlformats.org/drawingml/2006/main">
              <a:ext uri="{FF2B5EF4-FFF2-40B4-BE49-F238E27FC236}">
                <a16:creationId xmlns:a16="http://schemas.microsoft.com/office/drawing/2014/main" id="{717B5EDB-4552-4EC9-B5AB-BE33EF92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295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27"/>
                </a:solidFill>
                <a:latin typeface="Arial"/>
                <a:ea typeface="Arial"/>
                <a:cs typeface="Arial"/>
              </a:rPr>
              <a:t>B12</a:t>
            </a:r>
          </a:p>
        </p:txBody>
      </p:sp>
      <p:sp>
        <p:nvSpPr>
          <p:cNvPr id="20" name="candidate-score-2">
            <a:extLst xmlns:a="http://schemas.openxmlformats.org/drawingml/2006/main">
              <a:ext uri="{FF2B5EF4-FFF2-40B4-BE49-F238E27FC236}">
                <a16:creationId xmlns:a16="http://schemas.microsoft.com/office/drawing/2014/main" id="{1C19BED5-DEF6-483C-BCA6-C34A068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3295650"/>
            <a:ext cx="447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720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27"/>
                </a:solidFill>
                <a:latin typeface="Arial"/>
                <a:ea typeface="Arial"/>
                <a:cs typeface="Arial"/>
              </a:rPr>
              <a:t>0.82</a:t>
            </a:r>
          </a:p>
        </p:txBody>
      </p:sp>
      <p:sp>
        <p:nvSpPr>
          <p:cNvPr id="21" name="candidate-row-line-2">
            <a:extLst xmlns:a="http://schemas.openxmlformats.org/drawingml/2006/main">
              <a:ext uri="{FF2B5EF4-FFF2-40B4-BE49-F238E27FC236}">
                <a16:creationId xmlns:a16="http://schemas.microsoft.com/office/drawing/2014/main" id="{37A6EFD1-E56F-4616-921D-287E913B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850" y="3648075"/>
            <a:ext cx="1676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4"/>
            </a:solidFill>
            <a:prstDash val="solid"/>
          </a:ln>
        </p:spPr>
      </p:sp>
      <p:sp>
        <p:nvSpPr>
          <p:cNvPr id="22" name="candidate-token-3">
            <a:extLst xmlns:a="http://schemas.openxmlformats.org/drawingml/2006/main">
              <a:ext uri="{FF2B5EF4-FFF2-40B4-BE49-F238E27FC236}">
                <a16:creationId xmlns:a16="http://schemas.microsoft.com/office/drawing/2014/main" id="{E0C60683-C48F-4DC6-B411-7C8F1EF1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714750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65A8D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23" name="candidate-id-3">
            <a:extLst xmlns:a="http://schemas.openxmlformats.org/drawingml/2006/main">
              <a:ext uri="{FF2B5EF4-FFF2-40B4-BE49-F238E27FC236}">
                <a16:creationId xmlns:a16="http://schemas.microsoft.com/office/drawing/2014/main" id="{67AE3344-EB2F-4A83-9BD0-005E8453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676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27"/>
                </a:solidFill>
                <a:latin typeface="Arial"/>
                <a:ea typeface="Arial"/>
                <a:cs typeface="Arial"/>
              </a:rPr>
              <a:t>C03</a:t>
            </a:r>
          </a:p>
        </p:txBody>
      </p:sp>
      <p:sp>
        <p:nvSpPr>
          <p:cNvPr id="24" name="candidate-score-3">
            <a:extLst xmlns:a="http://schemas.openxmlformats.org/drawingml/2006/main">
              <a:ext uri="{FF2B5EF4-FFF2-40B4-BE49-F238E27FC236}">
                <a16:creationId xmlns:a16="http://schemas.microsoft.com/office/drawing/2014/main" id="{F565E861-950E-4475-A24F-6A790F0D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3676650"/>
            <a:ext cx="447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720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27"/>
                </a:solidFill>
                <a:latin typeface="Arial"/>
                <a:ea typeface="Arial"/>
                <a:cs typeface="Arial"/>
              </a:rPr>
              <a:t>0.82</a:t>
            </a:r>
          </a:p>
        </p:txBody>
      </p:sp>
      <p:sp>
        <p:nvSpPr>
          <p:cNvPr id="25" name="ranking-heading">
            <a:extLst xmlns:a="http://schemas.openxmlformats.org/drawingml/2006/main">
              <a:ext uri="{FF2B5EF4-FFF2-40B4-BE49-F238E27FC236}">
                <a16:creationId xmlns:a16="http://schemas.microsoft.com/office/drawing/2014/main" id="{19F4A0F4-13A3-4D28-A3DD-BF1D854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1695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Stable ranking</a:t>
            </a:r>
          </a:p>
        </p:txBody>
      </p:sp>
      <p:sp>
        <p:nvSpPr>
          <p:cNvPr id="26" name="ranking-score-caption">
            <a:extLst xmlns:a="http://schemas.openxmlformats.org/drawingml/2006/main">
              <a:ext uri="{FF2B5EF4-FFF2-40B4-BE49-F238E27FC236}">
                <a16:creationId xmlns:a16="http://schemas.microsoft.com/office/drawing/2014/main" id="{3005128B-9968-4736-87F7-93C499AD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2038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global_score (descending)</a:t>
            </a:r>
          </a:p>
        </p:txBody>
      </p:sp>
      <p:sp>
        <p:nvSpPr>
          <p:cNvPr id="27" name="rank-number-1">
            <a:extLst xmlns:a="http://schemas.openxmlformats.org/drawingml/2006/main">
              <a:ext uri="{FF2B5EF4-FFF2-40B4-BE49-F238E27FC236}">
                <a16:creationId xmlns:a16="http://schemas.microsoft.com/office/drawing/2014/main" id="{8159BCDC-6BEE-4080-A289-6BF04519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26098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0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rank-row-1">
            <a:extLst xmlns:a="http://schemas.openxmlformats.org/drawingml/2006/main">
              <a:ext uri="{FF2B5EF4-FFF2-40B4-BE49-F238E27FC236}">
                <a16:creationId xmlns:a16="http://schemas.microsoft.com/office/drawing/2014/main" id="{0F9D3A9E-9089-4480-9406-46845DCC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26098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4"/>
            </a:solidFill>
            <a:prstDash val="solid"/>
          </a:ln>
        </p:spPr>
      </p:sp>
      <p:sp>
        <p:nvSpPr>
          <p:cNvPr id="29" name="rank-id-1">
            <a:extLst xmlns:a="http://schemas.openxmlformats.org/drawingml/2006/main">
              <a:ext uri="{FF2B5EF4-FFF2-40B4-BE49-F238E27FC236}">
                <a16:creationId xmlns:a16="http://schemas.microsoft.com/office/drawing/2014/main" id="{06E0A86F-EC39-4E82-98D4-1E267A4E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26193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55F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6355F"/>
                </a:solidFill>
                <a:latin typeface="Courier New"/>
                <a:ea typeface="Courier New"/>
                <a:cs typeface="Courier New"/>
              </a:rPr>
              <a:t>A07</a:t>
            </a:r>
          </a:p>
        </p:txBody>
      </p:sp>
      <p:sp>
        <p:nvSpPr>
          <p:cNvPr id="30" name="rank-score-1">
            <a:extLst xmlns:a="http://schemas.openxmlformats.org/drawingml/2006/main">
              <a:ext uri="{FF2B5EF4-FFF2-40B4-BE49-F238E27FC236}">
                <a16:creationId xmlns:a16="http://schemas.microsoft.com/office/drawing/2014/main" id="{0472DD28-FEB1-4E50-BCF0-D8E2EAFA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2619375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7202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72027"/>
                </a:solidFill>
                <a:latin typeface="Courier New"/>
                <a:ea typeface="Courier New"/>
                <a:cs typeface="Courier New"/>
              </a:rPr>
              <a:t>0.91</a:t>
            </a:r>
          </a:p>
        </p:txBody>
      </p:sp>
      <p:sp>
        <p:nvSpPr>
          <p:cNvPr id="31" name="rank-number-2">
            <a:extLst xmlns:a="http://schemas.openxmlformats.org/drawingml/2006/main">
              <a:ext uri="{FF2B5EF4-FFF2-40B4-BE49-F238E27FC236}">
                <a16:creationId xmlns:a16="http://schemas.microsoft.com/office/drawing/2014/main" id="{6C67344E-ED34-4659-AA06-E02DE2E1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3009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0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rank-row-2">
            <a:extLst xmlns:a="http://schemas.openxmlformats.org/drawingml/2006/main">
              <a:ext uri="{FF2B5EF4-FFF2-40B4-BE49-F238E27FC236}">
                <a16:creationId xmlns:a16="http://schemas.microsoft.com/office/drawing/2014/main" id="{E424144B-4851-4318-9BE5-2AE8FA96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30099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6"/>
          </a:solidFill>
          <a:ln xmlns:a="http://schemas.openxmlformats.org/drawingml/2006/main" w="9525">
            <a:solidFill>
              <a:srgbClr val="CAD3D4"/>
            </a:solidFill>
            <a:prstDash val="solid"/>
          </a:ln>
        </p:spPr>
      </p:sp>
      <p:sp>
        <p:nvSpPr>
          <p:cNvPr id="33" name="rank-id-2">
            <a:extLst xmlns:a="http://schemas.openxmlformats.org/drawingml/2006/main">
              <a:ext uri="{FF2B5EF4-FFF2-40B4-BE49-F238E27FC236}">
                <a16:creationId xmlns:a16="http://schemas.microsoft.com/office/drawing/2014/main" id="{8C4EFF67-69A0-42E8-B2CF-2888784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019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7FA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57FA0"/>
                </a:solidFill>
                <a:latin typeface="Courier New"/>
                <a:ea typeface="Courier New"/>
                <a:cs typeface="Courier New"/>
              </a:rPr>
              <a:t>B12</a:t>
            </a:r>
          </a:p>
        </p:txBody>
      </p:sp>
      <p:sp>
        <p:nvSpPr>
          <p:cNvPr id="34" name="rank-score-2">
            <a:extLst xmlns:a="http://schemas.openxmlformats.org/drawingml/2006/main">
              <a:ext uri="{FF2B5EF4-FFF2-40B4-BE49-F238E27FC236}">
                <a16:creationId xmlns:a16="http://schemas.microsoft.com/office/drawing/2014/main" id="{5E704957-E1F6-4597-95B3-218694CF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3019425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7202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72027"/>
                </a:solidFill>
                <a:latin typeface="Courier New"/>
                <a:ea typeface="Courier New"/>
                <a:cs typeface="Courier New"/>
              </a:rPr>
              <a:t>0.82</a:t>
            </a:r>
          </a:p>
        </p:txBody>
      </p:sp>
      <p:sp>
        <p:nvSpPr>
          <p:cNvPr id="35" name="rank-number-3">
            <a:extLst xmlns:a="http://schemas.openxmlformats.org/drawingml/2006/main">
              <a:ext uri="{FF2B5EF4-FFF2-40B4-BE49-F238E27FC236}">
                <a16:creationId xmlns:a16="http://schemas.microsoft.com/office/drawing/2014/main" id="{DC91432C-7A57-4DC6-9B90-01244484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3409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0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6" name="rank-row-3">
            <a:extLst xmlns:a="http://schemas.openxmlformats.org/drawingml/2006/main">
              <a:ext uri="{FF2B5EF4-FFF2-40B4-BE49-F238E27FC236}">
                <a16:creationId xmlns:a16="http://schemas.microsoft.com/office/drawing/2014/main" id="{B32018BA-B62C-469D-83D5-73B76C9A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34099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6"/>
          </a:solidFill>
          <a:ln xmlns:a="http://schemas.openxmlformats.org/drawingml/2006/main" w="9525">
            <a:solidFill>
              <a:srgbClr val="CAD3D4"/>
            </a:solidFill>
            <a:prstDash val="solid"/>
          </a:ln>
        </p:spPr>
      </p:sp>
      <p:sp>
        <p:nvSpPr>
          <p:cNvPr id="37" name="rank-id-3">
            <a:extLst xmlns:a="http://schemas.openxmlformats.org/drawingml/2006/main">
              <a:ext uri="{FF2B5EF4-FFF2-40B4-BE49-F238E27FC236}">
                <a16:creationId xmlns:a16="http://schemas.microsoft.com/office/drawing/2014/main" id="{D0514A57-10AD-4ED6-B09D-40023F8D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419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A8D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765A8D"/>
                </a:solidFill>
                <a:latin typeface="Courier New"/>
                <a:ea typeface="Courier New"/>
                <a:cs typeface="Courier New"/>
              </a:rPr>
              <a:t>C03</a:t>
            </a:r>
          </a:p>
        </p:txBody>
      </p:sp>
      <p:sp>
        <p:nvSpPr>
          <p:cNvPr id="38" name="rank-score-3">
            <a:extLst xmlns:a="http://schemas.openxmlformats.org/drawingml/2006/main">
              <a:ext uri="{FF2B5EF4-FFF2-40B4-BE49-F238E27FC236}">
                <a16:creationId xmlns:a16="http://schemas.microsoft.com/office/drawing/2014/main" id="{FC5D035A-98A1-418F-8E6A-9E91E5B7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3419475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7202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72027"/>
                </a:solidFill>
                <a:latin typeface="Courier New"/>
                <a:ea typeface="Courier New"/>
                <a:cs typeface="Courier New"/>
              </a:rPr>
              <a:t>0.82</a:t>
            </a:r>
          </a:p>
        </p:txBody>
      </p:sp>
      <p:sp>
        <p:nvSpPr>
          <p:cNvPr id="39" name="rank-number-4">
            <a:extLst xmlns:a="http://schemas.openxmlformats.org/drawingml/2006/main">
              <a:ext uri="{FF2B5EF4-FFF2-40B4-BE49-F238E27FC236}">
                <a16:creationId xmlns:a16="http://schemas.microsoft.com/office/drawing/2014/main" id="{0B31C357-D454-4711-943C-17B1161E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38100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0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" name="rank-row-4">
            <a:extLst xmlns:a="http://schemas.openxmlformats.org/drawingml/2006/main">
              <a:ext uri="{FF2B5EF4-FFF2-40B4-BE49-F238E27FC236}">
                <a16:creationId xmlns:a16="http://schemas.microsoft.com/office/drawing/2014/main" id="{9D6662AB-4D0D-49F6-8431-5D2753D5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38100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4"/>
            </a:solidFill>
            <a:prstDash val="solid"/>
          </a:ln>
        </p:spPr>
      </p:sp>
      <p:sp>
        <p:nvSpPr>
          <p:cNvPr id="41" name="rank-id-4">
            <a:extLst xmlns:a="http://schemas.openxmlformats.org/drawingml/2006/main">
              <a:ext uri="{FF2B5EF4-FFF2-40B4-BE49-F238E27FC236}">
                <a16:creationId xmlns:a16="http://schemas.microsoft.com/office/drawing/2014/main" id="{285D8B79-BC0A-44A3-87D2-9DEE4A92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8195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707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637077"/>
                </a:solidFill>
                <a:latin typeface="Courier New"/>
                <a:ea typeface="Courier New"/>
                <a:cs typeface="Courier New"/>
              </a:rPr>
              <a:t>D09</a:t>
            </a:r>
          </a:p>
        </p:txBody>
      </p:sp>
      <p:sp>
        <p:nvSpPr>
          <p:cNvPr id="42" name="rank-score-4">
            <a:extLst xmlns:a="http://schemas.openxmlformats.org/drawingml/2006/main">
              <a:ext uri="{FF2B5EF4-FFF2-40B4-BE49-F238E27FC236}">
                <a16:creationId xmlns:a16="http://schemas.microsoft.com/office/drawing/2014/main" id="{5E5A3AA8-41C1-4B83-92DF-E3D17376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3819525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7202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72027"/>
                </a:solidFill>
                <a:latin typeface="Courier New"/>
                <a:ea typeface="Courier New"/>
                <a:cs typeface="Courier New"/>
              </a:rPr>
              <a:t>0.64</a:t>
            </a:r>
          </a:p>
        </p:txBody>
      </p:sp>
      <p:sp>
        <p:nvSpPr>
          <p:cNvPr id="43" name="stable-tie-bracket">
            <a:extLst xmlns:a="http://schemas.openxmlformats.org/drawingml/2006/main">
              <a:ext uri="{FF2B5EF4-FFF2-40B4-BE49-F238E27FC236}">
                <a16:creationId xmlns:a16="http://schemas.microsoft.com/office/drawing/2014/main" id="{3C0F52DC-01BA-4C1C-BF51-6F520ADD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3048000"/>
            <a:ext cx="952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78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896E0F-8857-4ACE-B83A-CE24A15F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62475" y="3048000"/>
            <a:ext cx="666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785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CDE74C-A3B4-44D7-A4A5-2A451ED7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62475" y="3676650"/>
            <a:ext cx="666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785F"/>
            </a:solidFill>
            <a:prstDash val="solid"/>
          </a:ln>
        </p:spPr>
      </p:sp>
      <p:sp>
        <p:nvSpPr>
          <p:cNvPr id="46" name="stable-tie-label">
            <a:extLst xmlns:a="http://schemas.openxmlformats.org/drawingml/2006/main">
              <a:ext uri="{FF2B5EF4-FFF2-40B4-BE49-F238E27FC236}">
                <a16:creationId xmlns:a16="http://schemas.microsoft.com/office/drawing/2014/main" id="{935BFF0A-94A9-48E4-9149-C6F82C18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36766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5232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678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785F"/>
                </a:solidFill>
                <a:latin typeface="Arial"/>
                <a:ea typeface="Arial"/>
                <a:cs typeface="Arial"/>
              </a:rPr>
              <a:t>stable tie</a:t>
            </a:r>
          </a:p>
        </p:txBody>
      </p:sp>
      <p:sp>
        <p:nvSpPr>
          <p:cNvPr id="47" name="ranking-tie-caption">
            <a:extLst xmlns:a="http://schemas.openxmlformats.org/drawingml/2006/main">
              <a:ext uri="{FF2B5EF4-FFF2-40B4-BE49-F238E27FC236}">
                <a16:creationId xmlns:a16="http://schemas.microsoft.com/office/drawing/2014/main" id="{1C493474-421A-4A70-8A8D-3B2D1208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43624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Equal scores: candidate_id</a:t>
            </a:r>
          </a:p>
        </p:txBody>
      </p:sp>
      <p:sp>
        <p:nvSpPr>
          <p:cNvPr id="48" name="allocation-heading">
            <a:extLst xmlns:a="http://schemas.openxmlformats.org/drawingml/2006/main">
              <a:ext uri="{FF2B5EF4-FFF2-40B4-BE49-F238E27FC236}">
                <a16:creationId xmlns:a16="http://schemas.microsoft.com/office/drawing/2014/main" id="{824AA2BD-3404-46FB-BD4B-D672F17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1695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78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785F"/>
                </a:solidFill>
                <a:latin typeface="Arial"/>
                <a:ea typeface="Arial"/>
                <a:cs typeface="Arial"/>
              </a:rPr>
              <a:t>Governed allocation</a:t>
            </a:r>
          </a:p>
        </p:txBody>
      </p:sp>
      <p:sp>
        <p:nvSpPr>
          <p:cNvPr id="49" name="allocation-caption">
            <a:extLst xmlns:a="http://schemas.openxmlformats.org/drawingml/2006/main">
              <a:ext uri="{FF2B5EF4-FFF2-40B4-BE49-F238E27FC236}">
                <a16:creationId xmlns:a16="http://schemas.microsoft.com/office/drawing/2014/main" id="{F7B6D3D9-43D0-4A58-B80D-552CDFC6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20383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Apply declared reserves, then fill from the global order</a:t>
            </a:r>
          </a:p>
        </p:txBody>
      </p:sp>
      <p:sp>
        <p:nvSpPr>
          <p:cNvPr id="50" name="policy-to-queue-arrow">
            <a:extLst xmlns:a="http://schemas.openxmlformats.org/drawingml/2006/main">
              <a:ext uri="{FF2B5EF4-FFF2-40B4-BE49-F238E27FC236}">
                <a16:creationId xmlns:a16="http://schemas.microsoft.com/office/drawing/2014/main" id="{6F1D4806-6D85-4A27-A2A8-86B3BC6B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3695700"/>
            <a:ext cx="2667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6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lobal-to-queue-arrow">
            <a:extLst xmlns:a="http://schemas.openxmlformats.org/drawingml/2006/main">
              <a:ext uri="{FF2B5EF4-FFF2-40B4-BE49-F238E27FC236}">
                <a16:creationId xmlns:a16="http://schemas.microsoft.com/office/drawing/2014/main" id="{582016B3-74ED-46B9-B82C-8F3092A4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333750"/>
            <a:ext cx="266700" cy="647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6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allocation-policy">
            <a:extLst xmlns:a="http://schemas.openxmlformats.org/drawingml/2006/main">
              <a:ext uri="{FF2B5EF4-FFF2-40B4-BE49-F238E27FC236}">
                <a16:creationId xmlns:a16="http://schemas.microsoft.com/office/drawing/2014/main" id="{C8D7140F-1E4D-427E-81B2-8205D1C3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2457450"/>
            <a:ext cx="1676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EB"/>
          </a:solidFill>
          <a:ln xmlns:a="http://schemas.openxmlformats.org/drawingml/2006/main" w="14288">
            <a:solidFill>
              <a:srgbClr val="26785F"/>
            </a:solidFill>
            <a:prstDash val="solid"/>
          </a:ln>
        </p:spPr>
      </p:sp>
      <p:sp>
        <p:nvSpPr>
          <p:cNvPr id="53" name="allocation-policy-name">
            <a:extLst xmlns:a="http://schemas.openxmlformats.org/drawingml/2006/main">
              <a:ext uri="{FF2B5EF4-FFF2-40B4-BE49-F238E27FC236}">
                <a16:creationId xmlns:a16="http://schemas.microsoft.com/office/drawing/2014/main" id="{D2635C5B-D91D-4ACD-9536-37E093AB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2552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85F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6785F"/>
                </a:solidFill>
                <a:latin typeface="Courier New"/>
                <a:ea typeface="Courier New"/>
                <a:cs typeface="Courier New"/>
              </a:rPr>
              <a:t>ReservePolicy</a:t>
            </a:r>
          </a:p>
        </p:txBody>
      </p:sp>
      <p:sp>
        <p:nvSpPr>
          <p:cNvPr id="54" name="allocation-policy-profile">
            <a:extLst xmlns:a="http://schemas.openxmlformats.org/drawingml/2006/main">
              <a:ext uri="{FF2B5EF4-FFF2-40B4-BE49-F238E27FC236}">
                <a16:creationId xmlns:a16="http://schemas.microsoft.com/office/drawing/2014/main" id="{E712645A-B50C-46F4-9C2B-70F5D405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28860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27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55" name="allocation-policy-fraction">
            <a:extLst xmlns:a="http://schemas.openxmlformats.org/drawingml/2006/main">
              <a:ext uri="{FF2B5EF4-FFF2-40B4-BE49-F238E27FC236}">
                <a16:creationId xmlns:a16="http://schemas.microsoft.com/office/drawing/2014/main" id="{B10760AA-BD97-4CEB-9DC7-05AAE7CD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1623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027"/>
                </a:solidFill>
                <a:latin typeface="Arial"/>
                <a:ea typeface="Arial"/>
                <a:cs typeface="Arial"/>
              </a:rPr>
              <a:t>fraction = 0.10</a:t>
            </a:r>
          </a:p>
        </p:txBody>
      </p:sp>
      <p:sp>
        <p:nvSpPr>
          <p:cNvPr id="56" name="allocation-policy-token-1">
            <a:extLst xmlns:a="http://schemas.openxmlformats.org/drawingml/2006/main">
              <a:ext uri="{FF2B5EF4-FFF2-40B4-BE49-F238E27FC236}">
                <a16:creationId xmlns:a16="http://schemas.microsoft.com/office/drawing/2014/main" id="{3A0E7947-7786-4BA4-84AC-8B4E1893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867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FA0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57" name="allocation-policy-token-2">
            <a:extLst xmlns:a="http://schemas.openxmlformats.org/drawingml/2006/main">
              <a:ext uri="{FF2B5EF4-FFF2-40B4-BE49-F238E27FC236}">
                <a16:creationId xmlns:a16="http://schemas.microsoft.com/office/drawing/2014/main" id="{B555273A-8E00-4A70-BBBF-21D3E779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2867025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65A8D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58" name="allocation-policy-order">
            <a:extLst xmlns:a="http://schemas.openxmlformats.org/drawingml/2006/main">
              <a:ext uri="{FF2B5EF4-FFF2-40B4-BE49-F238E27FC236}">
                <a16:creationId xmlns:a16="http://schemas.microsoft.com/office/drawing/2014/main" id="{5652E1EE-428B-487A-815D-CC38F970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4004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78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785F"/>
                </a:solidFill>
                <a:latin typeface="Arial"/>
                <a:ea typeface="Arial"/>
                <a:cs typeface="Arial"/>
              </a:rPr>
              <a:t>declared order</a:t>
            </a:r>
          </a:p>
        </p:txBody>
      </p:sp>
      <p:sp>
        <p:nvSpPr>
          <p:cNvPr id="59" name="allocation-global-label">
            <a:extLst xmlns:a="http://schemas.openxmlformats.org/drawingml/2006/main">
              <a:ext uri="{FF2B5EF4-FFF2-40B4-BE49-F238E27FC236}">
                <a16:creationId xmlns:a16="http://schemas.microsoft.com/office/drawing/2014/main" id="{F46E587D-A3C0-4EBD-BE4F-776E601D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24860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global order</a:t>
            </a:r>
          </a:p>
        </p:txBody>
      </p:sp>
      <p:sp>
        <p:nvSpPr>
          <p:cNvPr id="60" name="allocation-global-token-1">
            <a:extLst xmlns:a="http://schemas.openxmlformats.org/drawingml/2006/main">
              <a:ext uri="{FF2B5EF4-FFF2-40B4-BE49-F238E27FC236}">
                <a16:creationId xmlns:a16="http://schemas.microsoft.com/office/drawing/2014/main" id="{4FB8258F-AAB7-4EFF-8151-BFC196B1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28384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allocation-global-rank-1">
            <a:extLst xmlns:a="http://schemas.openxmlformats.org/drawingml/2006/main">
              <a:ext uri="{FF2B5EF4-FFF2-40B4-BE49-F238E27FC236}">
                <a16:creationId xmlns:a16="http://schemas.microsoft.com/office/drawing/2014/main" id="{36A7276D-D65B-4754-99E8-CCDD7FBC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30861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2" name="allocation-global-token-2">
            <a:extLst xmlns:a="http://schemas.openxmlformats.org/drawingml/2006/main">
              <a:ext uri="{FF2B5EF4-FFF2-40B4-BE49-F238E27FC236}">
                <a16:creationId xmlns:a16="http://schemas.microsoft.com/office/drawing/2014/main" id="{3CB1F677-8169-40EE-95FE-94562975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2838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FA0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63" name="allocation-global-rank-2">
            <a:extLst xmlns:a="http://schemas.openxmlformats.org/drawingml/2006/main">
              <a:ext uri="{FF2B5EF4-FFF2-40B4-BE49-F238E27FC236}">
                <a16:creationId xmlns:a16="http://schemas.microsoft.com/office/drawing/2014/main" id="{1BDC2F07-E85C-4F48-B1B3-AE8FDF60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0861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4" name="allocation-global-token-3">
            <a:extLst xmlns:a="http://schemas.openxmlformats.org/drawingml/2006/main">
              <a:ext uri="{FF2B5EF4-FFF2-40B4-BE49-F238E27FC236}">
                <a16:creationId xmlns:a16="http://schemas.microsoft.com/office/drawing/2014/main" id="{43D50F26-45F7-4B70-9D19-E4AA5A05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838450"/>
            <a:ext cx="190500" cy="190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65A8D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65" name="allocation-global-rank-3">
            <a:extLst xmlns:a="http://schemas.openxmlformats.org/drawingml/2006/main">
              <a:ext uri="{FF2B5EF4-FFF2-40B4-BE49-F238E27FC236}">
                <a16:creationId xmlns:a16="http://schemas.microsoft.com/office/drawing/2014/main" id="{23DF66C1-02C9-4E60-BC1F-3440022F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0861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6" name="allocation-global-token-4">
            <a:extLst xmlns:a="http://schemas.openxmlformats.org/drawingml/2006/main">
              <a:ext uri="{FF2B5EF4-FFF2-40B4-BE49-F238E27FC236}">
                <a16:creationId xmlns:a16="http://schemas.microsoft.com/office/drawing/2014/main" id="{86201DC8-37CE-4799-83D1-557E8D8E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28384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allocation-global-rank-4">
            <a:extLst xmlns:a="http://schemas.openxmlformats.org/drawingml/2006/main">
              <a:ext uri="{FF2B5EF4-FFF2-40B4-BE49-F238E27FC236}">
                <a16:creationId xmlns:a16="http://schemas.microsoft.com/office/drawing/2014/main" id="{975A9A0F-8BFC-4D68-97FA-002E561E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30861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8" name="allocation-global-baseline">
            <a:extLst xmlns:a="http://schemas.openxmlformats.org/drawingml/2006/main">
              <a:ext uri="{FF2B5EF4-FFF2-40B4-BE49-F238E27FC236}">
                <a16:creationId xmlns:a16="http://schemas.microsoft.com/office/drawing/2014/main" id="{D2686723-4394-40E8-80FC-BC67A95A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91400" y="3324225"/>
            <a:ext cx="142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AD3D4"/>
            </a:solidFill>
            <a:prstDash val="solid"/>
          </a:ln>
        </p:spPr>
      </p:sp>
      <p:sp>
        <p:nvSpPr>
          <p:cNvPr id="69" name="allocation-reserved-label">
            <a:extLst xmlns:a="http://schemas.openxmlformats.org/drawingml/2006/main">
              <a:ext uri="{FF2B5EF4-FFF2-40B4-BE49-F238E27FC236}">
                <a16:creationId xmlns:a16="http://schemas.microsoft.com/office/drawing/2014/main" id="{491F2C90-A14A-480E-80CD-C95779FE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40290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78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785F"/>
                </a:solidFill>
                <a:latin typeface="Arial"/>
                <a:ea typeface="Arial"/>
                <a:cs typeface="Arial"/>
              </a:rPr>
              <a:t>reserved</a:t>
            </a:r>
          </a:p>
        </p:txBody>
      </p:sp>
      <p:sp>
        <p:nvSpPr>
          <p:cNvPr id="70" name="allocation-fill-label">
            <a:extLst xmlns:a="http://schemas.openxmlformats.org/drawingml/2006/main">
              <a:ext uri="{FF2B5EF4-FFF2-40B4-BE49-F238E27FC236}">
                <a16:creationId xmlns:a16="http://schemas.microsoft.com/office/drawing/2014/main" id="{D3B11509-F606-443B-B704-8B44A010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40290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global fill</a:t>
            </a:r>
          </a:p>
        </p:txBody>
      </p:sp>
      <p:sp>
        <p:nvSpPr>
          <p:cNvPr id="71" name="allocation-slot-1">
            <a:extLst xmlns:a="http://schemas.openxmlformats.org/drawingml/2006/main">
              <a:ext uri="{FF2B5EF4-FFF2-40B4-BE49-F238E27FC236}">
                <a16:creationId xmlns:a16="http://schemas.microsoft.com/office/drawing/2014/main" id="{14F0905D-1119-45AC-8238-FF9B8F03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4276725"/>
            <a:ext cx="3524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EB"/>
          </a:solidFill>
          <a:ln xmlns:a="http://schemas.openxmlformats.org/drawingml/2006/main" w="12383">
            <a:solidFill>
              <a:srgbClr val="26785F"/>
            </a:solidFill>
            <a:prstDash val="solid"/>
          </a:ln>
        </p:spPr>
      </p:sp>
      <p:sp>
        <p:nvSpPr>
          <p:cNvPr id="72" name="allocation-slot-token-1">
            <a:extLst xmlns:a="http://schemas.openxmlformats.org/drawingml/2006/main">
              <a:ext uri="{FF2B5EF4-FFF2-40B4-BE49-F238E27FC236}">
                <a16:creationId xmlns:a16="http://schemas.microsoft.com/office/drawing/2014/main" id="{1E10D457-3452-4649-87C4-1A07620D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4410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FA0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73" name="allocation-slot-2">
            <a:extLst xmlns:a="http://schemas.openxmlformats.org/drawingml/2006/main">
              <a:ext uri="{FF2B5EF4-FFF2-40B4-BE49-F238E27FC236}">
                <a16:creationId xmlns:a16="http://schemas.microsoft.com/office/drawing/2014/main" id="{F439FA35-0C25-4CFF-A75D-14B9D580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2675" y="4276725"/>
            <a:ext cx="3524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EB"/>
          </a:solidFill>
          <a:ln xmlns:a="http://schemas.openxmlformats.org/drawingml/2006/main" w="12383">
            <a:solidFill>
              <a:srgbClr val="26785F"/>
            </a:solidFill>
            <a:prstDash val="solid"/>
          </a:ln>
        </p:spPr>
      </p:sp>
      <p:sp>
        <p:nvSpPr>
          <p:cNvPr id="74" name="allocation-slot-token-2">
            <a:extLst xmlns:a="http://schemas.openxmlformats.org/drawingml/2006/main">
              <a:ext uri="{FF2B5EF4-FFF2-40B4-BE49-F238E27FC236}">
                <a16:creationId xmlns:a16="http://schemas.microsoft.com/office/drawing/2014/main" id="{FC389F9A-C6C5-4284-96AC-BE1339F8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410075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65A8D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75" name="allocation-slot-3">
            <a:extLst xmlns:a="http://schemas.openxmlformats.org/drawingml/2006/main">
              <a:ext uri="{FF2B5EF4-FFF2-40B4-BE49-F238E27FC236}">
                <a16:creationId xmlns:a16="http://schemas.microsoft.com/office/drawing/2014/main" id="{9E3D5AB0-FA94-45B3-9970-4AB1D255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4276725"/>
            <a:ext cx="3524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6355F"/>
            </a:solidFill>
            <a:prstDash val="solid"/>
          </a:ln>
        </p:spPr>
      </p:sp>
      <p:sp>
        <p:nvSpPr>
          <p:cNvPr id="76" name="allocation-slot-token-3">
            <a:extLst xmlns:a="http://schemas.openxmlformats.org/drawingml/2006/main">
              <a:ext uri="{FF2B5EF4-FFF2-40B4-BE49-F238E27FC236}">
                <a16:creationId xmlns:a16="http://schemas.microsoft.com/office/drawing/2014/main" id="{27AC9418-0BF9-4A9B-A25A-D12B0906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4410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allocation-slot-4">
            <a:extLst xmlns:a="http://schemas.openxmlformats.org/drawingml/2006/main">
              <a:ext uri="{FF2B5EF4-FFF2-40B4-BE49-F238E27FC236}">
                <a16:creationId xmlns:a16="http://schemas.microsoft.com/office/drawing/2014/main" id="{0B7D65C2-F54A-407C-B608-6B29C57F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4276725"/>
            <a:ext cx="3524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6355F"/>
            </a:solidFill>
            <a:prstDash val="solid"/>
          </a:ln>
        </p:spPr>
      </p:sp>
      <p:sp>
        <p:nvSpPr>
          <p:cNvPr id="78" name="allocation-slot-token-4">
            <a:extLst xmlns:a="http://schemas.openxmlformats.org/drawingml/2006/main">
              <a:ext uri="{FF2B5EF4-FFF2-40B4-BE49-F238E27FC236}">
                <a16:creationId xmlns:a16="http://schemas.microsoft.com/office/drawing/2014/main" id="{16A9D8FD-9297-4044-BF1F-5C255DA4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4410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FA0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79" name="allocation-slot-5">
            <a:extLst xmlns:a="http://schemas.openxmlformats.org/drawingml/2006/main">
              <a:ext uri="{FF2B5EF4-FFF2-40B4-BE49-F238E27FC236}">
                <a16:creationId xmlns:a16="http://schemas.microsoft.com/office/drawing/2014/main" id="{25237545-B473-4031-863F-52E922C4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4276725"/>
            <a:ext cx="3524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6355F"/>
            </a:solidFill>
            <a:prstDash val="solid"/>
          </a:ln>
        </p:spPr>
      </p:sp>
      <p:sp>
        <p:nvSpPr>
          <p:cNvPr id="80" name="allocation-slot-token-5">
            <a:extLst xmlns:a="http://schemas.openxmlformats.org/drawingml/2006/main">
              <a:ext uri="{FF2B5EF4-FFF2-40B4-BE49-F238E27FC236}">
                <a16:creationId xmlns:a16="http://schemas.microsoft.com/office/drawing/2014/main" id="{8C93AFB7-9245-4B03-93AA-04B90969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410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allocation-slot-6">
            <a:extLst xmlns:a="http://schemas.openxmlformats.org/drawingml/2006/main">
              <a:ext uri="{FF2B5EF4-FFF2-40B4-BE49-F238E27FC236}">
                <a16:creationId xmlns:a16="http://schemas.microsoft.com/office/drawing/2014/main" id="{3DA96975-811E-490F-B418-7A55FB5D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4276725"/>
            <a:ext cx="3524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6355F"/>
            </a:solidFill>
            <a:prstDash val="solid"/>
          </a:ln>
        </p:spPr>
      </p:sp>
      <p:sp>
        <p:nvSpPr>
          <p:cNvPr id="82" name="allocation-slot-token-6">
            <a:extLst xmlns:a="http://schemas.openxmlformats.org/drawingml/2006/main">
              <a:ext uri="{FF2B5EF4-FFF2-40B4-BE49-F238E27FC236}">
                <a16:creationId xmlns:a16="http://schemas.microsoft.com/office/drawing/2014/main" id="{AC952CA7-B7E9-43C6-BBCC-60DFBEB2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410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FA0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83" name="allocation-slot-7">
            <a:extLst xmlns:a="http://schemas.openxmlformats.org/drawingml/2006/main">
              <a:ext uri="{FF2B5EF4-FFF2-40B4-BE49-F238E27FC236}">
                <a16:creationId xmlns:a16="http://schemas.microsoft.com/office/drawing/2014/main" id="{BE00F1CD-78C2-4742-B7BC-598E4DBB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276725"/>
            <a:ext cx="3524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6355F"/>
            </a:solidFill>
            <a:prstDash val="solid"/>
          </a:ln>
        </p:spPr>
      </p:sp>
      <p:sp>
        <p:nvSpPr>
          <p:cNvPr id="84" name="allocation-slot-token-7">
            <a:extLst xmlns:a="http://schemas.openxmlformats.org/drawingml/2006/main">
              <a:ext uri="{FF2B5EF4-FFF2-40B4-BE49-F238E27FC236}">
                <a16:creationId xmlns:a16="http://schemas.microsoft.com/office/drawing/2014/main" id="{29ABEE8D-2EF7-4FA7-8719-EEF288FC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5775" y="4410075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65A8D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85" name="allocation-slot-8">
            <a:extLst xmlns:a="http://schemas.openxmlformats.org/drawingml/2006/main">
              <a:ext uri="{FF2B5EF4-FFF2-40B4-BE49-F238E27FC236}">
                <a16:creationId xmlns:a16="http://schemas.microsoft.com/office/drawing/2014/main" id="{998508E6-AC97-4BBB-8A45-EAAF1361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525" y="4276725"/>
            <a:ext cx="3524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6355F"/>
            </a:solidFill>
            <a:prstDash val="solid"/>
          </a:ln>
        </p:spPr>
      </p:sp>
      <p:sp>
        <p:nvSpPr>
          <p:cNvPr id="86" name="allocation-slot-token-8">
            <a:extLst xmlns:a="http://schemas.openxmlformats.org/drawingml/2006/main">
              <a:ext uri="{FF2B5EF4-FFF2-40B4-BE49-F238E27FC236}">
                <a16:creationId xmlns:a16="http://schemas.microsoft.com/office/drawing/2014/main" id="{28EA6807-EB30-4BE1-94C6-99EF5EE4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410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allocation-capacity-bracket">
            <a:extLst xmlns:a="http://schemas.openxmlformats.org/drawingml/2006/main">
              <a:ext uri="{FF2B5EF4-FFF2-40B4-BE49-F238E27FC236}">
                <a16:creationId xmlns:a16="http://schemas.microsoft.com/office/drawing/2014/main" id="{AF4791B6-BE9F-43EB-9B75-E0A1E56F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91200" y="4819650"/>
            <a:ext cx="2943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6355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236EA7E-8255-4296-8C04-1F7C5D9A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91200" y="4762500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6355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C6441DA-ED52-48E6-A832-9F2C037D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34425" y="4762500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6355F"/>
            </a:solidFill>
            <a:prstDash val="solid"/>
          </a:ln>
        </p:spPr>
      </p:sp>
      <p:sp>
        <p:nvSpPr>
          <p:cNvPr id="90" name="allocation-capacity-label">
            <a:extLst xmlns:a="http://schemas.openxmlformats.org/drawingml/2006/main">
              <a:ext uri="{FF2B5EF4-FFF2-40B4-BE49-F238E27FC236}">
                <a16:creationId xmlns:a16="http://schemas.microsoft.com/office/drawing/2014/main" id="{1CB6C85E-5DAA-42DC-82CC-F3BFD6D0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48387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fixed capacity</a:t>
            </a:r>
          </a:p>
        </p:txBody>
      </p:sp>
      <p:sp>
        <p:nvSpPr>
          <p:cNvPr id="91" name="allocation-note">
            <a:extLst xmlns:a="http://schemas.openxmlformats.org/drawingml/2006/main">
              <a:ext uri="{FF2B5EF4-FFF2-40B4-BE49-F238E27FC236}">
                <a16:creationId xmlns:a16="http://schemas.microsoft.com/office/drawing/2014/main" id="{48F9433F-B9CF-4332-9A38-A4DC4ED4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49815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768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Deduplicate before fill; unused reserve capacity returns to the global order.</a:t>
            </a:r>
          </a:p>
        </p:txBody>
      </p:sp>
      <p:sp>
        <p:nvSpPr>
          <p:cNvPr id="92" name="output-heading">
            <a:extLst xmlns:a="http://schemas.openxmlformats.org/drawingml/2006/main">
              <a:ext uri="{FF2B5EF4-FFF2-40B4-BE49-F238E27FC236}">
                <a16:creationId xmlns:a16="http://schemas.microsoft.com/office/drawing/2014/main" id="{A690B435-31B6-486A-A3CB-3D487F5F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16954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65A8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65A8D"/>
                </a:solidFill>
                <a:latin typeface="Arial"/>
                <a:ea typeface="Arial"/>
                <a:cs typeface="Arial"/>
              </a:rPr>
              <a:t>QueueResult</a:t>
            </a:r>
          </a:p>
        </p:txBody>
      </p:sp>
      <p:sp>
        <p:nvSpPr>
          <p:cNvPr id="93" name="output-caption">
            <a:extLst xmlns:a="http://schemas.openxmlformats.org/drawingml/2006/main">
              <a:ext uri="{FF2B5EF4-FFF2-40B4-BE49-F238E27FC236}">
                <a16:creationId xmlns:a16="http://schemas.microsoft.com/office/drawing/2014/main" id="{B72CBBCA-04F2-44D9-922B-BCAA2224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20383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selected_ids and slot ledger</a:t>
            </a:r>
          </a:p>
        </p:txBody>
      </p:sp>
      <p:sp>
        <p:nvSpPr>
          <p:cNvPr id="94" name="queue-result-ledger">
            <a:extLst xmlns:a="http://schemas.openxmlformats.org/drawingml/2006/main">
              <a:ext uri="{FF2B5EF4-FFF2-40B4-BE49-F238E27FC236}">
                <a16:creationId xmlns:a16="http://schemas.microsoft.com/office/drawing/2014/main" id="{FE94A9C3-BC25-439C-88B8-2EBF99A0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2476500"/>
            <a:ext cx="18478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6355F"/>
            </a:solidFill>
            <a:prstDash val="solid"/>
          </a:ln>
        </p:spPr>
      </p:sp>
      <p:sp>
        <p:nvSpPr>
          <p:cNvPr id="95" name="queue-result-header">
            <a:extLst xmlns:a="http://schemas.openxmlformats.org/drawingml/2006/main">
              <a:ext uri="{FF2B5EF4-FFF2-40B4-BE49-F238E27FC236}">
                <a16:creationId xmlns:a16="http://schemas.microsoft.com/office/drawing/2014/main" id="{74321642-0432-4EC0-93DE-C57C6C51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247650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3"/>
          </a:solidFill>
          <a:ln xmlns:a="http://schemas.openxmlformats.org/drawingml/2006/main" w="11430">
            <a:solidFill>
              <a:srgbClr val="26355F"/>
            </a:solidFill>
            <a:prstDash val="solid"/>
          </a:ln>
        </p:spPr>
      </p:sp>
      <p:sp>
        <p:nvSpPr>
          <p:cNvPr id="96" name="queue-result-title">
            <a:extLst xmlns:a="http://schemas.openxmlformats.org/drawingml/2006/main">
              <a:ext uri="{FF2B5EF4-FFF2-40B4-BE49-F238E27FC236}">
                <a16:creationId xmlns:a16="http://schemas.microsoft.com/office/drawing/2014/main" id="{31749AD3-1B46-46F3-98BE-8AB00FA7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2514600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QueueResult</a:t>
            </a:r>
          </a:p>
        </p:txBody>
      </p:sp>
      <p:sp>
        <p:nvSpPr>
          <p:cNvPr id="97" name="selected-ids-label">
            <a:extLst xmlns:a="http://schemas.openxmlformats.org/drawingml/2006/main">
              <a:ext uri="{FF2B5EF4-FFF2-40B4-BE49-F238E27FC236}">
                <a16:creationId xmlns:a16="http://schemas.microsoft.com/office/drawing/2014/main" id="{BB971471-A0E2-4E0A-BD31-EDDCDBC8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2933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27"/>
                </a:solidFill>
                <a:latin typeface="Arial"/>
                <a:ea typeface="Arial"/>
                <a:cs typeface="Arial"/>
              </a:rPr>
              <a:t>selected_ids</a:t>
            </a:r>
          </a:p>
        </p:txBody>
      </p:sp>
      <p:sp>
        <p:nvSpPr>
          <p:cNvPr id="98" name="result-token-1">
            <a:extLst xmlns:a="http://schemas.openxmlformats.org/drawingml/2006/main">
              <a:ext uri="{FF2B5EF4-FFF2-40B4-BE49-F238E27FC236}">
                <a16:creationId xmlns:a16="http://schemas.microsoft.com/office/drawing/2014/main" id="{F680AFE4-5E35-4FAA-97B0-E45FA2E7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3238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FA0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99" name="result-token-2">
            <a:extLst xmlns:a="http://schemas.openxmlformats.org/drawingml/2006/main">
              <a:ext uri="{FF2B5EF4-FFF2-40B4-BE49-F238E27FC236}">
                <a16:creationId xmlns:a16="http://schemas.microsoft.com/office/drawing/2014/main" id="{67BEFE73-A47C-4EA4-9F8D-DA641EB2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323850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65A8D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100" name="result-token-3">
            <a:extLst xmlns:a="http://schemas.openxmlformats.org/drawingml/2006/main">
              <a:ext uri="{FF2B5EF4-FFF2-40B4-BE49-F238E27FC236}">
                <a16:creationId xmlns:a16="http://schemas.microsoft.com/office/drawing/2014/main" id="{7075C39F-CE38-4DDD-8688-8D4B7A7D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0350" y="3238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result-token-4">
            <a:extLst xmlns:a="http://schemas.openxmlformats.org/drawingml/2006/main">
              <a:ext uri="{FF2B5EF4-FFF2-40B4-BE49-F238E27FC236}">
                <a16:creationId xmlns:a16="http://schemas.microsoft.com/office/drawing/2014/main" id="{CA173124-73B7-45A2-AEB6-F5D350AF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3238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7FA0"/>
          </a:solidFill>
          <a:ln xmlns:a="http://schemas.openxmlformats.org/drawingml/2006/main" w="7620">
            <a:solidFill>
              <a:srgbClr val="26355F"/>
            </a:solidFill>
            <a:prstDash val="solid"/>
          </a:ln>
        </p:spPr>
      </p:sp>
      <p:sp>
        <p:nvSpPr>
          <p:cNvPr id="102" name="result-divider">
            <a:extLst xmlns:a="http://schemas.openxmlformats.org/drawingml/2006/main">
              <a:ext uri="{FF2B5EF4-FFF2-40B4-BE49-F238E27FC236}">
                <a16:creationId xmlns:a16="http://schemas.microsoft.com/office/drawing/2014/main" id="{0D985902-477E-4E6A-B982-21794C55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48850" y="3533775"/>
            <a:ext cx="161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4"/>
            </a:solidFill>
            <a:prstDash val="solid"/>
          </a:ln>
        </p:spPr>
      </p:sp>
      <p:sp>
        <p:nvSpPr>
          <p:cNvPr id="103" name="ledger-slot-header">
            <a:extLst xmlns:a="http://schemas.openxmlformats.org/drawingml/2006/main">
              <a:ext uri="{FF2B5EF4-FFF2-40B4-BE49-F238E27FC236}">
                <a16:creationId xmlns:a16="http://schemas.microsoft.com/office/drawing/2014/main" id="{66C2B0C3-B228-496B-9557-05C57ADF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3609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077"/>
                </a:solidFill>
                <a:latin typeface="Arial"/>
                <a:ea typeface="Arial"/>
                <a:cs typeface="Arial"/>
              </a:rPr>
              <a:t>slot</a:t>
            </a:r>
          </a:p>
        </p:txBody>
      </p:sp>
      <p:sp>
        <p:nvSpPr>
          <p:cNvPr id="104" name="ledger-source-header">
            <a:extLst xmlns:a="http://schemas.openxmlformats.org/drawingml/2006/main">
              <a:ext uri="{FF2B5EF4-FFF2-40B4-BE49-F238E27FC236}">
                <a16:creationId xmlns:a16="http://schemas.microsoft.com/office/drawing/2014/main" id="{330128AC-6601-4479-9461-2B3F40AF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36099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077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05" name="ledger-slot-1">
            <a:extLst xmlns:a="http://schemas.openxmlformats.org/drawingml/2006/main">
              <a:ext uri="{FF2B5EF4-FFF2-40B4-BE49-F238E27FC236}">
                <a16:creationId xmlns:a16="http://schemas.microsoft.com/office/drawing/2014/main" id="{7AA6F822-F09A-409A-AF41-B8C50BFC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3867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0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6" name="ledger-source-1">
            <a:extLst xmlns:a="http://schemas.openxmlformats.org/drawingml/2006/main">
              <a:ext uri="{FF2B5EF4-FFF2-40B4-BE49-F238E27FC236}">
                <a16:creationId xmlns:a16="http://schemas.microsoft.com/office/drawing/2014/main" id="{7FE477AA-D10B-4C24-9627-3A54EE3B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38671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8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785F"/>
                </a:solidFill>
                <a:latin typeface="Arial"/>
                <a:ea typeface="Arial"/>
                <a:cs typeface="Arial"/>
              </a:rPr>
              <a:t>reserve</a:t>
            </a:r>
          </a:p>
        </p:txBody>
      </p:sp>
      <p:sp>
        <p:nvSpPr>
          <p:cNvPr id="107" name="contract-divider">
            <a:extLst xmlns:a="http://schemas.openxmlformats.org/drawingml/2006/main">
              <a:ext uri="{FF2B5EF4-FFF2-40B4-BE49-F238E27FC236}">
                <a16:creationId xmlns:a16="http://schemas.microsoft.com/office/drawing/2014/main" id="{8FEA7B5A-0093-48E2-8B6D-40577CCE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54102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4"/>
            </a:solidFill>
            <a:prstDash val="solid"/>
          </a:ln>
        </p:spPr>
      </p:sp>
      <p:sp>
        <p:nvSpPr>
          <p:cNvPr id="108" name="contract-heading">
            <a:extLst xmlns:a="http://schemas.openxmlformats.org/drawingml/2006/main">
              <a:ext uri="{FF2B5EF4-FFF2-40B4-BE49-F238E27FC236}">
                <a16:creationId xmlns:a16="http://schemas.microsoft.com/office/drawing/2014/main" id="{BB08BA57-D5CF-453D-B478-FF731FEA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5054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5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55F"/>
                </a:solidFill>
                <a:latin typeface="Arial"/>
                <a:ea typeface="Arial"/>
                <a:cs typeface="Arial"/>
              </a:rPr>
              <a:t>Selection contract</a:t>
            </a:r>
          </a:p>
        </p:txBody>
      </p:sp>
      <p:sp>
        <p:nvSpPr>
          <p:cNvPr id="109" name="contract-copy">
            <a:extLst xmlns:a="http://schemas.openxmlformats.org/drawingml/2006/main">
              <a:ext uri="{FF2B5EF4-FFF2-40B4-BE49-F238E27FC236}">
                <a16:creationId xmlns:a16="http://schemas.microsoft.com/office/drawing/2014/main" id="{7F3AC0AB-2024-4B37-8FC1-157F4541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55054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27"/>
                </a:solidFill>
                <a:latin typeface="Arial"/>
                <a:ea typeface="Arial"/>
                <a:cs typeface="Arial"/>
              </a:rPr>
              <a:t>fixed capacity | stable ties | no duplicate slots | complete assignment ledger</a:t>
            </a:r>
          </a:p>
        </p:txBody>
      </p:sp>
      <p:sp>
        <p:nvSpPr>
          <p:cNvPr id="110" name="scope-boundary">
            <a:extLst xmlns:a="http://schemas.openxmlformats.org/drawingml/2006/main">
              <a:ext uri="{FF2B5EF4-FFF2-40B4-BE49-F238E27FC236}">
                <a16:creationId xmlns:a16="http://schemas.microsoft.com/office/drawing/2014/main" id="{C09ECE54-BAA5-4FC0-B479-AD96A0A0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781675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7"/>
                </a:solidFill>
                <a:latin typeface="Arial"/>
                <a:ea typeface="Arial"/>
                <a:cs typeface="Arial"/>
              </a:rPr>
              <a:t>The package governs access to review capacity; it does not interpret the underlying evidence.</a:t>
            </a:r>
          </a:p>
        </p:txBody>
      </p:sp>
    </p:spTree>
    <p:extLst>
      <p:ext uri="{BB962C8B-B14F-4D97-AF65-F5344CB8AC3E}">
        <p14:creationId xmlns:p14="http://schemas.microsoft.com/office/powerpoint/2010/main" val="1645452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2026-07-21T15:48:46.0390000Z</dcterms:created>
  <dcterms:modified xsi:type="dcterms:W3CDTF">2026-07-21T15:48:46.0390000Z</dcterms:modified>
</coreProperties>
</file>