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10dcc4df114ab0" /><Relationship Type="http://schemas.openxmlformats.org/officeDocument/2006/relationships/extended-properties" Target="/docProps/app.xml" Id="R376f300d02794b97" /><Relationship Type="http://schemas.openxmlformats.org/officeDocument/2006/relationships/officeDocument" Target="/ppt/presentation.xml" Id="Raf7c238817c344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4e3187d5cc4fcb"/>
  </p:sldMasterIdLst>
  <p:notesMasterIdLst>
    <p:notesMasterId xmlns:r="http://schemas.openxmlformats.org/officeDocument/2006/relationships" r:id="Rc7ff153440fe4e71"/>
  </p:notesMasterIdLst>
  <p:sldIdLst>
    <p:sldId xmlns:r="http://schemas.openxmlformats.org/officeDocument/2006/relationships" id="256" r:id="R9910f969a1fa4b52"/>
  </p:sldIdLst>
  <p:sldSz cx="12192000" cy="6096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8b9f4212c64951" /><Relationship Type="http://schemas.openxmlformats.org/officeDocument/2006/relationships/slideMaster" Target="/ppt/slideMasters/slideMaster1.xml" Id="Rf84e3187d5cc4fcb" /><Relationship Type="http://schemas.openxmlformats.org/officeDocument/2006/relationships/notesMaster" Target="/ppt/notesMasters/notesMaster1.xml" Id="Rc7ff153440fe4e71" /><Relationship Type="http://schemas.openxmlformats.org/officeDocument/2006/relationships/presProps" Target="/ppt/presProps.xml" Id="Ra1dd2baea2714870" /><Relationship Type="http://schemas.openxmlformats.org/officeDocument/2006/relationships/tableStyles" Target="/ppt/tableStyles.xml" Id="R925622c334e84e30" /><Relationship Type="http://schemas.openxmlformats.org/officeDocument/2006/relationships/slide" Target="/ppt/slides/slide1.xml" Id="R9910f969a1fa4b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71dacccd7140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9d94c131304773" /><Relationship Type="http://schemas.openxmlformats.org/officeDocument/2006/relationships/notesMaster" Target="/ppt/notesMasters/notesMaster1.xml" Id="Rab17fec7782a4a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25ac84aa346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f8e0d629894b4b" /><Relationship Type="http://schemas.openxmlformats.org/officeDocument/2006/relationships/slideLayout" Target="/ppt/slideLayouts/slideLayout1.xml" Id="R079b6dde474c4f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9b6dde474c4f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bf690dd7040c7" /><Relationship Type="http://schemas.openxmlformats.org/officeDocument/2006/relationships/notesSlide" Target="/ppt/notesSlides/notesSlide1.xml" Id="R90651e5aa5f74d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4" name="overview-takeaway">
            <a:extLst xmlns:a="http://schemas.openxmlformats.org/drawingml/2006/main">
              <a:ext uri="{FF2B5EF4-FFF2-40B4-BE49-F238E27FC236}">
                <a16:creationId xmlns:a16="http://schemas.microsoft.com/office/drawing/2014/main" id="{A5126910-88BE-4F71-A082-CC8CB584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247650"/>
            <a:ext cx="11125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How the governed review queue is constructed</a:t>
            </a:r>
          </a:p>
        </p:txBody>
      </p:sp>
      <p:sp>
        <p:nvSpPr>
          <p:cNvPr id="2" name="overview-subtitle">
            <a:extLst xmlns:a="http://schemas.openxmlformats.org/drawingml/2006/main">
              <a:ext uri="{FF2B5EF4-FFF2-40B4-BE49-F238E27FC236}">
                <a16:creationId xmlns:a16="http://schemas.microsoft.com/office/drawing/2014/main" id="{F4D89031-4FBD-45A2-A1C5-54673CD0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714375"/>
            <a:ext cx="1112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One ranked candidate pool, one fixed capacity, and an explicit record of how every slot was assigned.</a:t>
            </a:r>
          </a:p>
        </p:txBody>
      </p:sp>
      <p:sp>
        <p:nvSpPr>
          <p:cNvPr id="3" name="overview-divider">
            <a:extLst xmlns:a="http://schemas.openxmlformats.org/drawingml/2006/main">
              <a:ext uri="{FF2B5EF4-FFF2-40B4-BE49-F238E27FC236}">
                <a16:creationId xmlns:a16="http://schemas.microsoft.com/office/drawing/2014/main" id="{3E162649-D05B-4C4B-BD8C-18F11399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1133475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4" name="input-to-rank-arrow">
            <a:extLst xmlns:a="http://schemas.openxmlformats.org/drawingml/2006/main">
              <a:ext uri="{FF2B5EF4-FFF2-40B4-BE49-F238E27FC236}">
                <a16:creationId xmlns:a16="http://schemas.microsoft.com/office/drawing/2014/main" id="{F7C86418-6AA6-4E4B-9B05-94EDF6B1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4317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ank-to-allocation-arrow">
            <a:extLst xmlns:a="http://schemas.openxmlformats.org/drawingml/2006/main">
              <a:ext uri="{FF2B5EF4-FFF2-40B4-BE49-F238E27FC236}">
                <a16:creationId xmlns:a16="http://schemas.microsoft.com/office/drawing/2014/main" id="{42E43535-F79F-4C59-ACA0-1D7B61D0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76800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llocation-to-result-arrow">
            <a:extLst xmlns:a="http://schemas.openxmlformats.org/drawingml/2006/main">
              <a:ext uri="{FF2B5EF4-FFF2-40B4-BE49-F238E27FC236}">
                <a16:creationId xmlns:a16="http://schemas.microsoft.com/office/drawing/2014/main" id="{B60C1E43-F847-42DA-B470-FF00ADDD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67825" y="2952750"/>
            <a:ext cx="3238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input-heading">
            <a:extLst xmlns:a="http://schemas.openxmlformats.org/drawingml/2006/main">
              <a:ext uri="{FF2B5EF4-FFF2-40B4-BE49-F238E27FC236}">
                <a16:creationId xmlns:a16="http://schemas.microsoft.com/office/drawing/2014/main" id="{E4C75BF8-A350-4A20-A131-4A5E524D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425" y="1428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 records</a:t>
            </a:r>
          </a:p>
        </p:txBody>
      </p:sp>
      <p:sp>
        <p:nvSpPr>
          <p:cNvPr id="8" name="input-caption">
            <a:extLst xmlns:a="http://schemas.openxmlformats.org/drawingml/2006/main">
              <a:ext uri="{FF2B5EF4-FFF2-40B4-BE49-F238E27FC236}">
                <a16:creationId xmlns:a16="http://schemas.microsoft.com/office/drawing/2014/main" id="{80A00002-E4AF-4047-869D-DC81500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" y="1771650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491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Python mappings or synthetic CSV</a:t>
            </a:r>
          </a:p>
        </p:txBody>
      </p:sp>
      <p:sp>
        <p:nvSpPr>
          <p:cNvPr id="9" name="candidate-records-sheet">
            <a:extLst xmlns:a="http://schemas.openxmlformats.org/drawingml/2006/main">
              <a:ext uri="{FF2B5EF4-FFF2-40B4-BE49-F238E27FC236}">
                <a16:creationId xmlns:a16="http://schemas.microsoft.com/office/drawing/2014/main" id="{431A8D41-338D-4C28-A9E2-EB5B3B4C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10" name="candidate-records-header">
            <a:extLst xmlns:a="http://schemas.openxmlformats.org/drawingml/2006/main">
              <a:ext uri="{FF2B5EF4-FFF2-40B4-BE49-F238E27FC236}">
                <a16:creationId xmlns:a16="http://schemas.microsoft.com/office/drawing/2014/main" id="{1D3548A5-DD34-4C1F-A3FD-ACE22E20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" y="2209800"/>
            <a:ext cx="190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11" name="candidate-id-header">
            <a:extLst xmlns:a="http://schemas.openxmlformats.org/drawingml/2006/main">
              <a:ext uri="{FF2B5EF4-FFF2-40B4-BE49-F238E27FC236}">
                <a16:creationId xmlns:a16="http://schemas.microsoft.com/office/drawing/2014/main" id="{D17BC123-92BE-48F1-A935-4A1315AA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4850" y="2247900"/>
            <a:ext cx="1104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Candidate ID</a:t>
            </a:r>
          </a:p>
        </p:txBody>
      </p:sp>
      <p:sp>
        <p:nvSpPr>
          <p:cNvPr id="12" name="score-header">
            <a:extLst xmlns:a="http://schemas.openxmlformats.org/drawingml/2006/main">
              <a:ext uri="{FF2B5EF4-FFF2-40B4-BE49-F238E27FC236}">
                <a16:creationId xmlns:a16="http://schemas.microsoft.com/office/drawing/2014/main" id="{4103AD1A-1C68-4ECF-89B9-0E6ED904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2247900"/>
            <a:ext cx="4572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3" name="candidate-token-1">
            <a:extLst xmlns:a="http://schemas.openxmlformats.org/drawingml/2006/main">
              <a:ext uri="{FF2B5EF4-FFF2-40B4-BE49-F238E27FC236}">
                <a16:creationId xmlns:a16="http://schemas.microsoft.com/office/drawing/2014/main" id="{FE4119AE-84CF-4741-98AB-A942663D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6670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candidate-id-1">
            <a:extLst xmlns:a="http://schemas.openxmlformats.org/drawingml/2006/main">
              <a:ext uri="{FF2B5EF4-FFF2-40B4-BE49-F238E27FC236}">
                <a16:creationId xmlns:a16="http://schemas.microsoft.com/office/drawing/2014/main" id="{B76DA80A-72AF-4A5D-A5E8-2CBC12DC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62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15" name="candidate-score-1">
            <a:extLst xmlns:a="http://schemas.openxmlformats.org/drawingml/2006/main">
              <a:ext uri="{FF2B5EF4-FFF2-40B4-BE49-F238E27FC236}">
                <a16:creationId xmlns:a16="http://schemas.microsoft.com/office/drawing/2014/main" id="{90B6D1AF-0CBA-4731-8F6C-7EBF4413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62890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16" name="candidate-row-line-1">
            <a:extLst xmlns:a="http://schemas.openxmlformats.org/drawingml/2006/main">
              <a:ext uri="{FF2B5EF4-FFF2-40B4-BE49-F238E27FC236}">
                <a16:creationId xmlns:a16="http://schemas.microsoft.com/office/drawing/2014/main" id="{47909C3D-392E-4111-8DDB-A280268F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292417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7" name="candidate-token-2">
            <a:extLst xmlns:a="http://schemas.openxmlformats.org/drawingml/2006/main">
              <a:ext uri="{FF2B5EF4-FFF2-40B4-BE49-F238E27FC236}">
                <a16:creationId xmlns:a16="http://schemas.microsoft.com/office/drawing/2014/main" id="{DEC7182C-BF61-4815-BCC0-AB353FBB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2981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8" name="candidate-id-2">
            <a:extLst xmlns:a="http://schemas.openxmlformats.org/drawingml/2006/main">
              <a:ext uri="{FF2B5EF4-FFF2-40B4-BE49-F238E27FC236}">
                <a16:creationId xmlns:a16="http://schemas.microsoft.com/office/drawing/2014/main" id="{D05561A1-CFAE-4A7D-9E59-8685FDD0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294322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19" name="candidate-score-2">
            <a:extLst xmlns:a="http://schemas.openxmlformats.org/drawingml/2006/main">
              <a:ext uri="{FF2B5EF4-FFF2-40B4-BE49-F238E27FC236}">
                <a16:creationId xmlns:a16="http://schemas.microsoft.com/office/drawing/2014/main" id="{A97FC39E-C406-48A8-8D3E-0CBF73D1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294322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0" name="candidate-row-line-2">
            <a:extLst xmlns:a="http://schemas.openxmlformats.org/drawingml/2006/main">
              <a:ext uri="{FF2B5EF4-FFF2-40B4-BE49-F238E27FC236}">
                <a16:creationId xmlns:a16="http://schemas.microsoft.com/office/drawing/2014/main" id="{5B377CEC-0491-4AA7-9B64-C3C08400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238500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1" name="candidate-token-3">
            <a:extLst xmlns:a="http://schemas.openxmlformats.org/drawingml/2006/main">
              <a:ext uri="{FF2B5EF4-FFF2-40B4-BE49-F238E27FC236}">
                <a16:creationId xmlns:a16="http://schemas.microsoft.com/office/drawing/2014/main" id="{9B078B27-4930-4A99-918D-F84A080C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295650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22" name="candidate-id-3">
            <a:extLst xmlns:a="http://schemas.openxmlformats.org/drawingml/2006/main">
              <a:ext uri="{FF2B5EF4-FFF2-40B4-BE49-F238E27FC236}">
                <a16:creationId xmlns:a16="http://schemas.microsoft.com/office/drawing/2014/main" id="{8D9FC5AC-9097-42CD-8120-80DE01A0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2575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23" name="candidate-score-3">
            <a:extLst xmlns:a="http://schemas.openxmlformats.org/drawingml/2006/main">
              <a:ext uri="{FF2B5EF4-FFF2-40B4-BE49-F238E27FC236}">
                <a16:creationId xmlns:a16="http://schemas.microsoft.com/office/drawing/2014/main" id="{CCD3F8F8-4715-4DB7-98A6-272DB59E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257550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24" name="candidate-row-line-3">
            <a:extLst xmlns:a="http://schemas.openxmlformats.org/drawingml/2006/main">
              <a:ext uri="{FF2B5EF4-FFF2-40B4-BE49-F238E27FC236}">
                <a16:creationId xmlns:a16="http://schemas.microsoft.com/office/drawing/2014/main" id="{F284FACD-D933-4AD9-8E16-C5BF4AD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04850" y="3552825"/>
            <a:ext cx="16764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25" name="candidate-token-4">
            <a:extLst xmlns:a="http://schemas.openxmlformats.org/drawingml/2006/main">
              <a:ext uri="{FF2B5EF4-FFF2-40B4-BE49-F238E27FC236}">
                <a16:creationId xmlns:a16="http://schemas.microsoft.com/office/drawing/2014/main" id="{582570AC-1D8D-45F1-A3C6-00FB9C31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900" y="36099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andidate-id-4">
            <a:extLst xmlns:a="http://schemas.openxmlformats.org/drawingml/2006/main">
              <a:ext uri="{FF2B5EF4-FFF2-40B4-BE49-F238E27FC236}">
                <a16:creationId xmlns:a16="http://schemas.microsoft.com/office/drawing/2014/main" id="{72C8B356-17CB-45D1-8D76-2208D6F1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0600" y="3571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27" name="candidate-score-4">
            <a:extLst xmlns:a="http://schemas.openxmlformats.org/drawingml/2006/main">
              <a:ext uri="{FF2B5EF4-FFF2-40B4-BE49-F238E27FC236}">
                <a16:creationId xmlns:a16="http://schemas.microsoft.com/office/drawing/2014/main" id="{7FE9F185-41A9-4635-9C9D-C296FEDD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33575" y="3571875"/>
            <a:ext cx="4476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28" name="ranking-heading">
            <a:extLst xmlns:a="http://schemas.openxmlformats.org/drawingml/2006/main">
              <a:ext uri="{FF2B5EF4-FFF2-40B4-BE49-F238E27FC236}">
                <a16:creationId xmlns:a16="http://schemas.microsoft.com/office/drawing/2014/main" id="{8CB8BF20-1AEF-49B9-B7C8-CB4A02AD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3675" y="1428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Stable ranking</a:t>
            </a:r>
          </a:p>
        </p:txBody>
      </p:sp>
      <p:sp>
        <p:nvSpPr>
          <p:cNvPr id="29" name="ranking-score-caption">
            <a:extLst xmlns:a="http://schemas.openxmlformats.org/drawingml/2006/main">
              <a:ext uri="{FF2B5EF4-FFF2-40B4-BE49-F238E27FC236}">
                <a16:creationId xmlns:a16="http://schemas.microsoft.com/office/drawing/2014/main" id="{BF3DAB87-37B1-4450-8911-61660554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3675" y="17716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Global score (descending)</a:t>
            </a:r>
          </a:p>
        </p:txBody>
      </p:sp>
      <p:sp>
        <p:nvSpPr>
          <p:cNvPr id="30" name="rank-number-1">
            <a:extLst xmlns:a="http://schemas.openxmlformats.org/drawingml/2006/main">
              <a:ext uri="{FF2B5EF4-FFF2-40B4-BE49-F238E27FC236}">
                <a16:creationId xmlns:a16="http://schemas.microsoft.com/office/drawing/2014/main" id="{B23EACAD-43AD-4D9E-8867-10C8A7F4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3431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rank-row-1">
            <a:extLst xmlns:a="http://schemas.openxmlformats.org/drawingml/2006/main">
              <a:ext uri="{FF2B5EF4-FFF2-40B4-BE49-F238E27FC236}">
                <a16:creationId xmlns:a16="http://schemas.microsoft.com/office/drawing/2014/main" id="{FAA68132-4B1B-4C60-A3B1-B4164CD2C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3431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2" name="rank-id-1">
            <a:extLst xmlns:a="http://schemas.openxmlformats.org/drawingml/2006/main">
              <a:ext uri="{FF2B5EF4-FFF2-40B4-BE49-F238E27FC236}">
                <a16:creationId xmlns:a16="http://schemas.microsoft.com/office/drawing/2014/main" id="{152FB334-4A0F-4347-B1AB-EF280889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3526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A07</a:t>
            </a:r>
          </a:p>
        </p:txBody>
      </p:sp>
      <p:sp>
        <p:nvSpPr>
          <p:cNvPr id="33" name="rank-score-1">
            <a:extLst xmlns:a="http://schemas.openxmlformats.org/drawingml/2006/main">
              <a:ext uri="{FF2B5EF4-FFF2-40B4-BE49-F238E27FC236}">
                <a16:creationId xmlns:a16="http://schemas.microsoft.com/office/drawing/2014/main" id="{1A21F3D7-CDB9-4403-BC48-88489953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3526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0.91</a:t>
            </a:r>
          </a:p>
        </p:txBody>
      </p:sp>
      <p:sp>
        <p:nvSpPr>
          <p:cNvPr id="34" name="rank-number-2">
            <a:extLst xmlns:a="http://schemas.openxmlformats.org/drawingml/2006/main">
              <a:ext uri="{FF2B5EF4-FFF2-40B4-BE49-F238E27FC236}">
                <a16:creationId xmlns:a16="http://schemas.microsoft.com/office/drawing/2014/main" id="{413A19B6-76D9-4580-AD2C-7508FD18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27432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ank-row-2">
            <a:extLst xmlns:a="http://schemas.openxmlformats.org/drawingml/2006/main">
              <a:ext uri="{FF2B5EF4-FFF2-40B4-BE49-F238E27FC236}">
                <a16:creationId xmlns:a16="http://schemas.microsoft.com/office/drawing/2014/main" id="{65374D32-BF33-446E-A131-62CB77FC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27432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36" name="rank-id-2">
            <a:extLst xmlns:a="http://schemas.openxmlformats.org/drawingml/2006/main">
              <a:ext uri="{FF2B5EF4-FFF2-40B4-BE49-F238E27FC236}">
                <a16:creationId xmlns:a16="http://schemas.microsoft.com/office/drawing/2014/main" id="{565229A1-AFBC-4880-BA58-DBCBDF7D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27527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7FA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57FA0"/>
                </a:solidFill>
                <a:latin typeface="Arial"/>
                <a:ea typeface="Arial"/>
                <a:cs typeface="Arial"/>
              </a:rPr>
              <a:t>B12</a:t>
            </a:r>
          </a:p>
        </p:txBody>
      </p:sp>
      <p:sp>
        <p:nvSpPr>
          <p:cNvPr id="37" name="rank-score-2">
            <a:extLst xmlns:a="http://schemas.openxmlformats.org/drawingml/2006/main">
              <a:ext uri="{FF2B5EF4-FFF2-40B4-BE49-F238E27FC236}">
                <a16:creationId xmlns:a16="http://schemas.microsoft.com/office/drawing/2014/main" id="{08B5CBE1-9ACA-4C57-9088-802179A8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27527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38" name="rank-number-3">
            <a:extLst xmlns:a="http://schemas.openxmlformats.org/drawingml/2006/main">
              <a:ext uri="{FF2B5EF4-FFF2-40B4-BE49-F238E27FC236}">
                <a16:creationId xmlns:a16="http://schemas.microsoft.com/office/drawing/2014/main" id="{57ECC4B2-C836-424B-9E4C-807764EB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1432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9" name="rank-row-3">
            <a:extLst xmlns:a="http://schemas.openxmlformats.org/drawingml/2006/main">
              <a:ext uri="{FF2B5EF4-FFF2-40B4-BE49-F238E27FC236}">
                <a16:creationId xmlns:a16="http://schemas.microsoft.com/office/drawing/2014/main" id="{5A2FC2BF-7D78-47FF-8694-40DEAD54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14325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6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0" name="rank-id-3">
            <a:extLst xmlns:a="http://schemas.openxmlformats.org/drawingml/2006/main">
              <a:ext uri="{FF2B5EF4-FFF2-40B4-BE49-F238E27FC236}">
                <a16:creationId xmlns:a16="http://schemas.microsoft.com/office/drawing/2014/main" id="{E2EE779D-8946-4E76-B3A2-AC532C37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15277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C03</a:t>
            </a:r>
          </a:p>
        </p:txBody>
      </p:sp>
      <p:sp>
        <p:nvSpPr>
          <p:cNvPr id="41" name="rank-score-3">
            <a:extLst xmlns:a="http://schemas.openxmlformats.org/drawingml/2006/main">
              <a:ext uri="{FF2B5EF4-FFF2-40B4-BE49-F238E27FC236}">
                <a16:creationId xmlns:a16="http://schemas.microsoft.com/office/drawing/2014/main" id="{D9EF0EB5-98CF-4127-BDE5-ADA946D1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15277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0.82</a:t>
            </a:r>
          </a:p>
        </p:txBody>
      </p:sp>
      <p:sp>
        <p:nvSpPr>
          <p:cNvPr id="42" name="rank-number-4">
            <a:extLst xmlns:a="http://schemas.openxmlformats.org/drawingml/2006/main">
              <a:ext uri="{FF2B5EF4-FFF2-40B4-BE49-F238E27FC236}">
                <a16:creationId xmlns:a16="http://schemas.microsoft.com/office/drawing/2014/main" id="{C4E90B57-EFC5-4617-9E0B-092D2C6E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5433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3" name="rank-row-4">
            <a:extLst xmlns:a="http://schemas.openxmlformats.org/drawingml/2006/main">
              <a:ext uri="{FF2B5EF4-FFF2-40B4-BE49-F238E27FC236}">
                <a16:creationId xmlns:a16="http://schemas.microsoft.com/office/drawing/2014/main" id="{A774120E-B5E0-40E7-82CB-5770D0F8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8500" y="3543300"/>
            <a:ext cx="1295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44" name="rank-id-4">
            <a:extLst xmlns:a="http://schemas.openxmlformats.org/drawingml/2006/main">
              <a:ext uri="{FF2B5EF4-FFF2-40B4-BE49-F238E27FC236}">
                <a16:creationId xmlns:a16="http://schemas.microsoft.com/office/drawing/2014/main" id="{15252D50-D027-4E45-9C34-13634B7B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3750" y="3552825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D09</a:t>
            </a:r>
          </a:p>
        </p:txBody>
      </p:sp>
      <p:sp>
        <p:nvSpPr>
          <p:cNvPr id="45" name="rank-score-4">
            <a:extLst xmlns:a="http://schemas.openxmlformats.org/drawingml/2006/main">
              <a:ext uri="{FF2B5EF4-FFF2-40B4-BE49-F238E27FC236}">
                <a16:creationId xmlns:a16="http://schemas.microsoft.com/office/drawing/2014/main" id="{08F56E90-4F55-4D96-BB52-88086E7C3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52875" y="3552825"/>
            <a:ext cx="4667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0.64</a:t>
            </a:r>
          </a:p>
        </p:txBody>
      </p:sp>
      <p:sp>
        <p:nvSpPr>
          <p:cNvPr id="46" name="stable-tie-bracket">
            <a:extLst xmlns:a="http://schemas.openxmlformats.org/drawingml/2006/main">
              <a:ext uri="{FF2B5EF4-FFF2-40B4-BE49-F238E27FC236}">
                <a16:creationId xmlns:a16="http://schemas.microsoft.com/office/drawing/2014/main" id="{F6CA9EAA-FB2E-4070-ADCA-F0218D69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9150" y="2781300"/>
            <a:ext cx="9525" cy="628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D0601B-6991-4775-BDF8-0254BFEE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278130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5C73A5E-9571-482B-9785-27CFEAC8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62475" y="3409950"/>
            <a:ext cx="666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6785F"/>
            </a:solidFill>
            <a:prstDash val="solid"/>
          </a:ln>
        </p:spPr>
      </p:sp>
      <p:sp>
        <p:nvSpPr>
          <p:cNvPr id="49" name="stable-tie-label">
            <a:extLst xmlns:a="http://schemas.openxmlformats.org/drawingml/2006/main">
              <a:ext uri="{FF2B5EF4-FFF2-40B4-BE49-F238E27FC236}">
                <a16:creationId xmlns:a16="http://schemas.microsoft.com/office/drawing/2014/main" id="{E5F01D5F-9CD7-431A-8473-CA2CBE6D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34099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2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stable tie</a:t>
            </a:r>
          </a:p>
        </p:txBody>
      </p:sp>
      <p:sp>
        <p:nvSpPr>
          <p:cNvPr id="50" name="ranking-tie-caption">
            <a:extLst xmlns:a="http://schemas.openxmlformats.org/drawingml/2006/main">
              <a:ext uri="{FF2B5EF4-FFF2-40B4-BE49-F238E27FC236}">
                <a16:creationId xmlns:a16="http://schemas.microsoft.com/office/drawing/2014/main" id="{BA5DA827-D111-4EFA-994B-8253B351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0" y="39052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Equal scores: candidate ID</a:t>
            </a:r>
          </a:p>
        </p:txBody>
      </p:sp>
      <p:sp>
        <p:nvSpPr>
          <p:cNvPr id="51" name="allocation-heading">
            <a:extLst xmlns:a="http://schemas.openxmlformats.org/drawingml/2006/main">
              <a:ext uri="{FF2B5EF4-FFF2-40B4-BE49-F238E27FC236}">
                <a16:creationId xmlns:a16="http://schemas.microsoft.com/office/drawing/2014/main" id="{52E13C7B-661F-45DC-8D17-BE19DD73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4287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Governed allocation</a:t>
            </a:r>
          </a:p>
        </p:txBody>
      </p:sp>
      <p:sp>
        <p:nvSpPr>
          <p:cNvPr id="52" name="allocation-caption">
            <a:extLst xmlns:a="http://schemas.openxmlformats.org/drawingml/2006/main">
              <a:ext uri="{FF2B5EF4-FFF2-40B4-BE49-F238E27FC236}">
                <a16:creationId xmlns:a16="http://schemas.microsoft.com/office/drawing/2014/main" id="{4B1B2F7A-5BAD-49F3-9BE3-508C5E06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17716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Apply declared reserves, then fill from the global order</a:t>
            </a:r>
          </a:p>
        </p:txBody>
      </p:sp>
      <p:sp>
        <p:nvSpPr>
          <p:cNvPr id="53" name="policy-to-queue-arrow">
            <a:extLst xmlns:a="http://schemas.openxmlformats.org/drawingml/2006/main">
              <a:ext uri="{FF2B5EF4-FFF2-40B4-BE49-F238E27FC236}">
                <a16:creationId xmlns:a16="http://schemas.microsoft.com/office/drawing/2014/main" id="{FA3AA5A9-2750-4CCA-AD70-185D099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750" y="3429000"/>
            <a:ext cx="2667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global-to-queue-arrow">
            <a:extLst xmlns:a="http://schemas.openxmlformats.org/drawingml/2006/main">
              <a:ext uri="{FF2B5EF4-FFF2-40B4-BE49-F238E27FC236}">
                <a16:creationId xmlns:a16="http://schemas.microsoft.com/office/drawing/2014/main" id="{B31891CC-7A5F-486E-AA93-8F514BEB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3067050"/>
            <a:ext cx="266700" cy="647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E4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allocation-policy">
            <a:extLst xmlns:a="http://schemas.openxmlformats.org/drawingml/2006/main">
              <a:ext uri="{FF2B5EF4-FFF2-40B4-BE49-F238E27FC236}">
                <a16:creationId xmlns:a16="http://schemas.microsoft.com/office/drawing/2014/main" id="{E6D33484-2377-45B7-BF71-C8338A57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2190750"/>
            <a:ext cx="1676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4288">
            <a:solidFill>
              <a:srgbClr val="26785F"/>
            </a:solidFill>
            <a:prstDash val="solid"/>
          </a:ln>
        </p:spPr>
      </p:sp>
      <p:sp>
        <p:nvSpPr>
          <p:cNvPr id="56" name="allocation-policy-name">
            <a:extLst xmlns:a="http://schemas.openxmlformats.org/drawingml/2006/main">
              <a:ext uri="{FF2B5EF4-FFF2-40B4-BE49-F238E27FC236}">
                <a16:creationId xmlns:a16="http://schemas.microsoft.com/office/drawing/2014/main" id="{A02461FA-E7B7-4A70-9BF3-7D22C69F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29250" y="22860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 policy</a:t>
            </a:r>
          </a:p>
        </p:txBody>
      </p:sp>
      <p:sp>
        <p:nvSpPr>
          <p:cNvPr id="57" name="allocation-policy-profile">
            <a:extLst xmlns:a="http://schemas.openxmlformats.org/drawingml/2006/main">
              <a:ext uri="{FF2B5EF4-FFF2-40B4-BE49-F238E27FC236}">
                <a16:creationId xmlns:a16="http://schemas.microsoft.com/office/drawing/2014/main" id="{D630D256-B72C-4EFD-B8A0-3142006D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619375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profile</a:t>
            </a:r>
          </a:p>
        </p:txBody>
      </p:sp>
      <p:sp>
        <p:nvSpPr>
          <p:cNvPr id="58" name="allocation-policy-fraction">
            <a:extLst xmlns:a="http://schemas.openxmlformats.org/drawingml/2006/main">
              <a:ext uri="{FF2B5EF4-FFF2-40B4-BE49-F238E27FC236}">
                <a16:creationId xmlns:a16="http://schemas.microsoft.com/office/drawing/2014/main" id="{ADD187BB-31DF-44AF-A1E5-567E0422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2895600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fraction = 0.10</a:t>
            </a:r>
          </a:p>
        </p:txBody>
      </p:sp>
      <p:sp>
        <p:nvSpPr>
          <p:cNvPr id="59" name="allocation-policy-token-1">
            <a:extLst xmlns:a="http://schemas.openxmlformats.org/drawingml/2006/main">
              <a:ext uri="{FF2B5EF4-FFF2-40B4-BE49-F238E27FC236}">
                <a16:creationId xmlns:a16="http://schemas.microsoft.com/office/drawing/2014/main" id="{4D79B9A8-9BA6-47D2-88E9-0F45B74F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38900" y="26003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0" name="allocation-policy-token-2">
            <a:extLst xmlns:a="http://schemas.openxmlformats.org/drawingml/2006/main">
              <a:ext uri="{FF2B5EF4-FFF2-40B4-BE49-F238E27FC236}">
                <a16:creationId xmlns:a16="http://schemas.microsoft.com/office/drawing/2014/main" id="{233C9093-5803-4FCD-87E4-AF41C83C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86550" y="260032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1" name="allocation-policy-order">
            <a:extLst xmlns:a="http://schemas.openxmlformats.org/drawingml/2006/main">
              <a:ext uri="{FF2B5EF4-FFF2-40B4-BE49-F238E27FC236}">
                <a16:creationId xmlns:a16="http://schemas.microsoft.com/office/drawing/2014/main" id="{BC02DFF8-AE44-47DE-816C-9DB668D0B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86400" y="3133725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Declared order</a:t>
            </a:r>
          </a:p>
        </p:txBody>
      </p:sp>
      <p:sp>
        <p:nvSpPr>
          <p:cNvPr id="62" name="allocation-global-label">
            <a:extLst xmlns:a="http://schemas.openxmlformats.org/drawingml/2006/main">
              <a:ext uri="{FF2B5EF4-FFF2-40B4-BE49-F238E27FC236}">
                <a16:creationId xmlns:a16="http://schemas.microsoft.com/office/drawing/2014/main" id="{4F920531-EFC4-404F-B865-2EBCEAF3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91400" y="2219325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order</a:t>
            </a:r>
          </a:p>
        </p:txBody>
      </p:sp>
      <p:sp>
        <p:nvSpPr>
          <p:cNvPr id="63" name="allocation-global-token-1">
            <a:extLst xmlns:a="http://schemas.openxmlformats.org/drawingml/2006/main">
              <a:ext uri="{FF2B5EF4-FFF2-40B4-BE49-F238E27FC236}">
                <a16:creationId xmlns:a16="http://schemas.microsoft.com/office/drawing/2014/main" id="{C01D112A-1E98-4785-96F8-298B6C30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allocation-global-rank-1">
            <a:extLst xmlns:a="http://schemas.openxmlformats.org/drawingml/2006/main">
              <a:ext uri="{FF2B5EF4-FFF2-40B4-BE49-F238E27FC236}">
                <a16:creationId xmlns:a16="http://schemas.microsoft.com/office/drawing/2014/main" id="{2A41FEEE-98CD-47F2-8E1C-309DB5DD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04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5" name="allocation-global-token-2">
            <a:extLst xmlns:a="http://schemas.openxmlformats.org/drawingml/2006/main">
              <a:ext uri="{FF2B5EF4-FFF2-40B4-BE49-F238E27FC236}">
                <a16:creationId xmlns:a16="http://schemas.microsoft.com/office/drawing/2014/main" id="{054C4A07-1CE0-4F09-B328-20F1108A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571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6" name="allocation-global-rank-2">
            <a:extLst xmlns:a="http://schemas.openxmlformats.org/drawingml/2006/main">
              <a:ext uri="{FF2B5EF4-FFF2-40B4-BE49-F238E27FC236}">
                <a16:creationId xmlns:a16="http://schemas.microsoft.com/office/drawing/2014/main" id="{6F6121D7-875F-4250-96ED-4DDBEA5E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7" name="allocation-global-token-3">
            <a:extLst xmlns:a="http://schemas.openxmlformats.org/drawingml/2006/main">
              <a:ext uri="{FF2B5EF4-FFF2-40B4-BE49-F238E27FC236}">
                <a16:creationId xmlns:a16="http://schemas.microsoft.com/office/drawing/2014/main" id="{E060EA77-C445-45CB-A1E5-B460B0D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571750"/>
            <a:ext cx="190500" cy="1905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68" name="allocation-global-rank-3">
            <a:extLst xmlns:a="http://schemas.openxmlformats.org/drawingml/2006/main">
              <a:ext uri="{FF2B5EF4-FFF2-40B4-BE49-F238E27FC236}">
                <a16:creationId xmlns:a16="http://schemas.microsoft.com/office/drawing/2014/main" id="{CD545F40-D949-42FB-BEDA-8708FE3E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3435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9" name="allocation-global-token-4">
            <a:extLst xmlns:a="http://schemas.openxmlformats.org/drawingml/2006/main">
              <a:ext uri="{FF2B5EF4-FFF2-40B4-BE49-F238E27FC236}">
                <a16:creationId xmlns:a16="http://schemas.microsoft.com/office/drawing/2014/main" id="{4E504996-F520-40DE-9E41-A57616E0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571750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allocation-global-rank-4">
            <a:extLst xmlns:a="http://schemas.openxmlformats.org/drawingml/2006/main">
              <a:ext uri="{FF2B5EF4-FFF2-40B4-BE49-F238E27FC236}">
                <a16:creationId xmlns:a16="http://schemas.microsoft.com/office/drawing/2014/main" id="{7E94C0C0-94B4-4927-8386-9599C026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96300" y="2819400"/>
            <a:ext cx="19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1" name="allocation-global-baseline">
            <a:extLst xmlns:a="http://schemas.openxmlformats.org/drawingml/2006/main">
              <a:ext uri="{FF2B5EF4-FFF2-40B4-BE49-F238E27FC236}">
                <a16:creationId xmlns:a16="http://schemas.microsoft.com/office/drawing/2014/main" id="{17E276B4-40C6-4B10-A6E7-D1D26E2E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91400" y="3057525"/>
            <a:ext cx="1428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CAD3D4"/>
            </a:solidFill>
            <a:prstDash val="solid"/>
          </a:ln>
        </p:spPr>
      </p:sp>
      <p:sp>
        <p:nvSpPr>
          <p:cNvPr id="72" name="allocation-reserved-label">
            <a:extLst xmlns:a="http://schemas.openxmlformats.org/drawingml/2006/main">
              <a:ext uri="{FF2B5EF4-FFF2-40B4-BE49-F238E27FC236}">
                <a16:creationId xmlns:a16="http://schemas.microsoft.com/office/drawing/2014/main" id="{57841E6F-EABA-4247-9EF5-52E52E2F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600" y="3762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Reserved</a:t>
            </a:r>
          </a:p>
        </p:txBody>
      </p:sp>
      <p:sp>
        <p:nvSpPr>
          <p:cNvPr id="73" name="allocation-fill-label">
            <a:extLst xmlns:a="http://schemas.openxmlformats.org/drawingml/2006/main">
              <a:ext uri="{FF2B5EF4-FFF2-40B4-BE49-F238E27FC236}">
                <a16:creationId xmlns:a16="http://schemas.microsoft.com/office/drawing/2014/main" id="{619040F7-8C8A-4CA5-B339-50B44ED5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150" y="3762375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Global fill</a:t>
            </a:r>
          </a:p>
        </p:txBody>
      </p:sp>
      <p:sp>
        <p:nvSpPr>
          <p:cNvPr id="74" name="allocation-slot-1">
            <a:extLst xmlns:a="http://schemas.openxmlformats.org/drawingml/2006/main">
              <a:ext uri="{FF2B5EF4-FFF2-40B4-BE49-F238E27FC236}">
                <a16:creationId xmlns:a16="http://schemas.microsoft.com/office/drawing/2014/main" id="{6441C0B4-09F7-4CE7-BE84-502333BF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912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5" name="allocation-slot-token-1">
            <a:extLst xmlns:a="http://schemas.openxmlformats.org/drawingml/2006/main">
              <a:ext uri="{FF2B5EF4-FFF2-40B4-BE49-F238E27FC236}">
                <a16:creationId xmlns:a16="http://schemas.microsoft.com/office/drawing/2014/main" id="{315BEBD9-7777-4DF0-82AE-6BE10F85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76925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6" name="allocation-slot-2">
            <a:extLst xmlns:a="http://schemas.openxmlformats.org/drawingml/2006/main">
              <a:ext uri="{FF2B5EF4-FFF2-40B4-BE49-F238E27FC236}">
                <a16:creationId xmlns:a16="http://schemas.microsoft.com/office/drawing/2014/main" id="{3EC3FE39-9208-484C-8FDC-CFF7BD41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626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1EB"/>
          </a:solidFill>
          <a:ln xmlns:a="http://schemas.openxmlformats.org/drawingml/2006/main" w="12383">
            <a:solidFill>
              <a:srgbClr val="26785F"/>
            </a:solidFill>
            <a:prstDash val="solid"/>
          </a:ln>
        </p:spPr>
      </p:sp>
      <p:sp>
        <p:nvSpPr>
          <p:cNvPr id="77" name="allocation-slot-token-2">
            <a:extLst xmlns:a="http://schemas.openxmlformats.org/drawingml/2006/main">
              <a:ext uri="{FF2B5EF4-FFF2-40B4-BE49-F238E27FC236}">
                <a16:creationId xmlns:a16="http://schemas.microsoft.com/office/drawing/2014/main" id="{7725E9D1-2E34-4FE0-81E7-D471ED39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8400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78" name="allocation-slot-3">
            <a:extLst xmlns:a="http://schemas.openxmlformats.org/drawingml/2006/main">
              <a:ext uri="{FF2B5EF4-FFF2-40B4-BE49-F238E27FC236}">
                <a16:creationId xmlns:a16="http://schemas.microsoft.com/office/drawing/2014/main" id="{3ACD4D96-2BD0-4782-B698-0AB4F86D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341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79" name="allocation-slot-token-3">
            <a:extLst xmlns:a="http://schemas.openxmlformats.org/drawingml/2006/main">
              <a:ext uri="{FF2B5EF4-FFF2-40B4-BE49-F238E27FC236}">
                <a16:creationId xmlns:a16="http://schemas.microsoft.com/office/drawing/2014/main" id="{C4281113-869C-497B-8EA7-9A8AAD0F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1987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allocation-slot-4">
            <a:extLst xmlns:a="http://schemas.openxmlformats.org/drawingml/2006/main">
              <a:ext uri="{FF2B5EF4-FFF2-40B4-BE49-F238E27FC236}">
                <a16:creationId xmlns:a16="http://schemas.microsoft.com/office/drawing/2014/main" id="{66999BA6-C3C4-4183-9C68-D3F727B4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1" name="allocation-slot-token-4">
            <a:extLst xmlns:a="http://schemas.openxmlformats.org/drawingml/2006/main">
              <a:ext uri="{FF2B5EF4-FFF2-40B4-BE49-F238E27FC236}">
                <a16:creationId xmlns:a16="http://schemas.microsoft.com/office/drawing/2014/main" id="{5CB083DA-2B5C-413F-A820-4F31EA7D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9135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2" name="allocation-slot-5">
            <a:extLst xmlns:a="http://schemas.openxmlformats.org/drawingml/2006/main">
              <a:ext uri="{FF2B5EF4-FFF2-40B4-BE49-F238E27FC236}">
                <a16:creationId xmlns:a16="http://schemas.microsoft.com/office/drawing/2014/main" id="{307DDD61-4855-4A45-ACEE-99D0406B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7710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3" name="allocation-slot-token-5">
            <a:extLst xmlns:a="http://schemas.openxmlformats.org/drawingml/2006/main">
              <a:ext uri="{FF2B5EF4-FFF2-40B4-BE49-F238E27FC236}">
                <a16:creationId xmlns:a16="http://schemas.microsoft.com/office/drawing/2014/main" id="{C50FC76F-11FE-4FC6-8D3D-DD1CB85A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62825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allocation-slot-6">
            <a:extLst xmlns:a="http://schemas.openxmlformats.org/drawingml/2006/main">
              <a:ext uri="{FF2B5EF4-FFF2-40B4-BE49-F238E27FC236}">
                <a16:creationId xmlns:a16="http://schemas.microsoft.com/office/drawing/2014/main" id="{9AE6561C-9AD1-43F3-857B-30AC0104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4857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5" name="allocation-slot-token-6">
            <a:extLst xmlns:a="http://schemas.openxmlformats.org/drawingml/2006/main">
              <a:ext uri="{FF2B5EF4-FFF2-40B4-BE49-F238E27FC236}">
                <a16:creationId xmlns:a16="http://schemas.microsoft.com/office/drawing/2014/main" id="{41DFADFA-5EE5-4BAA-9E7B-A95B15394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34300" y="4143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6" name="allocation-slot-7">
            <a:extLst xmlns:a="http://schemas.openxmlformats.org/drawingml/2006/main">
              <a:ext uri="{FF2B5EF4-FFF2-40B4-BE49-F238E27FC236}">
                <a16:creationId xmlns:a16="http://schemas.microsoft.com/office/drawing/2014/main" id="{E317DCE7-CF9D-4FBB-AE28-48AEF087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0050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7" name="allocation-slot-token-7">
            <a:extLst xmlns:a="http://schemas.openxmlformats.org/drawingml/2006/main">
              <a:ext uri="{FF2B5EF4-FFF2-40B4-BE49-F238E27FC236}">
                <a16:creationId xmlns:a16="http://schemas.microsoft.com/office/drawing/2014/main" id="{E004F3AB-5EC9-46C0-AA41-56480A9B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05775" y="4143375"/>
            <a:ext cx="171450" cy="171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88" name="allocation-slot-8">
            <a:extLst xmlns:a="http://schemas.openxmlformats.org/drawingml/2006/main">
              <a:ext uri="{FF2B5EF4-FFF2-40B4-BE49-F238E27FC236}">
                <a16:creationId xmlns:a16="http://schemas.microsoft.com/office/drawing/2014/main" id="{59848973-DE7B-40B5-8027-3AAE3E17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91525" y="4010025"/>
            <a:ext cx="3524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26355F"/>
            </a:solidFill>
            <a:prstDash val="solid"/>
          </a:ln>
        </p:spPr>
      </p:sp>
      <p:sp>
        <p:nvSpPr>
          <p:cNvPr id="89" name="allocation-slot-token-8">
            <a:extLst xmlns:a="http://schemas.openxmlformats.org/drawingml/2006/main">
              <a:ext uri="{FF2B5EF4-FFF2-40B4-BE49-F238E27FC236}">
                <a16:creationId xmlns:a16="http://schemas.microsoft.com/office/drawing/2014/main" id="{1D6FAC0F-E709-4866-9431-850E5198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77250" y="41433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allocation-capacity-bracket">
            <a:extLst xmlns:a="http://schemas.openxmlformats.org/drawingml/2006/main">
              <a:ext uri="{FF2B5EF4-FFF2-40B4-BE49-F238E27FC236}">
                <a16:creationId xmlns:a16="http://schemas.microsoft.com/office/drawing/2014/main" id="{E96030A9-69A8-4624-8C77-4AD28C77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552950"/>
            <a:ext cx="294322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4258281-8B38-4085-8E4C-7B23015C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91200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A425858-F94D-43AE-ABA8-E4D9D2BE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734425" y="4495800"/>
            <a:ext cx="9525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6355F"/>
            </a:solidFill>
            <a:prstDash val="solid"/>
          </a:ln>
        </p:spPr>
      </p:sp>
      <p:sp>
        <p:nvSpPr>
          <p:cNvPr id="93" name="allocation-capacity-label">
            <a:extLst xmlns:a="http://schemas.openxmlformats.org/drawingml/2006/main">
              <a:ext uri="{FF2B5EF4-FFF2-40B4-BE49-F238E27FC236}">
                <a16:creationId xmlns:a16="http://schemas.microsoft.com/office/drawing/2014/main" id="{AA4F573B-6476-41E3-BCFF-45962665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9400" y="45720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Fixed capacity</a:t>
            </a:r>
          </a:p>
        </p:txBody>
      </p:sp>
      <p:sp>
        <p:nvSpPr>
          <p:cNvPr id="94" name="allocation-note">
            <a:extLst xmlns:a="http://schemas.openxmlformats.org/drawingml/2006/main">
              <a:ext uri="{FF2B5EF4-FFF2-40B4-BE49-F238E27FC236}">
                <a16:creationId xmlns:a16="http://schemas.microsoft.com/office/drawing/2014/main" id="{2F0559D0-A07B-4C7B-A42D-B6B29526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14950" y="4714875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6853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Deduplicate before fill; unused reserve capacity returns to the global order.</a:t>
            </a:r>
          </a:p>
        </p:txBody>
      </p:sp>
      <p:sp>
        <p:nvSpPr>
          <p:cNvPr id="95" name="output-heading">
            <a:extLst xmlns:a="http://schemas.openxmlformats.org/drawingml/2006/main">
              <a:ext uri="{FF2B5EF4-FFF2-40B4-BE49-F238E27FC236}">
                <a16:creationId xmlns:a16="http://schemas.microsoft.com/office/drawing/2014/main" id="{B7B271C8-828B-4A69-8C75-B93E3F09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14287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65A8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65A8D"/>
                </a:solidFill>
                <a:latin typeface="Arial"/>
                <a:ea typeface="Arial"/>
                <a:cs typeface="Arial"/>
              </a:rPr>
              <a:t>Queue result</a:t>
            </a:r>
          </a:p>
        </p:txBody>
      </p:sp>
      <p:sp>
        <p:nvSpPr>
          <p:cNvPr id="96" name="output-caption">
            <a:extLst xmlns:a="http://schemas.openxmlformats.org/drawingml/2006/main">
              <a:ext uri="{FF2B5EF4-FFF2-40B4-BE49-F238E27FC236}">
                <a16:creationId xmlns:a16="http://schemas.microsoft.com/office/drawing/2014/main" id="{8B9F8A9A-E3C5-47EE-9766-E5BAA913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34550" y="1771650"/>
            <a:ext cx="1847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809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Selected IDs and slot ledger</a:t>
            </a:r>
          </a:p>
        </p:txBody>
      </p:sp>
      <p:sp>
        <p:nvSpPr>
          <p:cNvPr id="97" name="queue-result-ledger">
            <a:extLst xmlns:a="http://schemas.openxmlformats.org/drawingml/2006/main">
              <a:ext uri="{FF2B5EF4-FFF2-40B4-BE49-F238E27FC236}">
                <a16:creationId xmlns:a16="http://schemas.microsoft.com/office/drawing/2014/main" id="{48CD94DA-EEBB-401D-AD23-A28B1EBF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77425" y="2209800"/>
            <a:ext cx="1562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6355F"/>
            </a:solidFill>
            <a:prstDash val="solid"/>
          </a:ln>
        </p:spPr>
      </p:sp>
      <p:sp>
        <p:nvSpPr>
          <p:cNvPr id="98" name="queue-result-header">
            <a:extLst xmlns:a="http://schemas.openxmlformats.org/drawingml/2006/main">
              <a:ext uri="{FF2B5EF4-FFF2-40B4-BE49-F238E27FC236}">
                <a16:creationId xmlns:a16="http://schemas.microsoft.com/office/drawing/2014/main" id="{94625D73-39C8-43C3-AD87-DD0CF76D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77425" y="2209800"/>
            <a:ext cx="1562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AF3"/>
          </a:solidFill>
          <a:ln xmlns:a="http://schemas.openxmlformats.org/drawingml/2006/main" w="11430">
            <a:solidFill>
              <a:srgbClr val="26355F"/>
            </a:solidFill>
            <a:prstDash val="solid"/>
          </a:ln>
        </p:spPr>
      </p:sp>
      <p:sp>
        <p:nvSpPr>
          <p:cNvPr id="99" name="queue-result-title">
            <a:extLst xmlns:a="http://schemas.openxmlformats.org/drawingml/2006/main">
              <a:ext uri="{FF2B5EF4-FFF2-40B4-BE49-F238E27FC236}">
                <a16:creationId xmlns:a16="http://schemas.microsoft.com/office/drawing/2014/main" id="{7A9163F3-6D7F-4F52-A672-A6B14795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91725" y="22479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Queue result</a:t>
            </a:r>
          </a:p>
        </p:txBody>
      </p:sp>
      <p:sp>
        <p:nvSpPr>
          <p:cNvPr id="100" name="selected-ids-label">
            <a:extLst xmlns:a="http://schemas.openxmlformats.org/drawingml/2006/main">
              <a:ext uri="{FF2B5EF4-FFF2-40B4-BE49-F238E27FC236}">
                <a16:creationId xmlns:a16="http://schemas.microsoft.com/office/drawing/2014/main" id="{C162A55E-73AE-458A-ADD4-1EFD2084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91725" y="26670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72027"/>
                </a:solidFill>
                <a:latin typeface="Arial"/>
                <a:ea typeface="Arial"/>
                <a:cs typeface="Arial"/>
              </a:rPr>
              <a:t>Selected IDs</a:t>
            </a:r>
          </a:p>
        </p:txBody>
      </p:sp>
      <p:sp>
        <p:nvSpPr>
          <p:cNvPr id="101" name="result-token-1">
            <a:extLst xmlns:a="http://schemas.openxmlformats.org/drawingml/2006/main">
              <a:ext uri="{FF2B5EF4-FFF2-40B4-BE49-F238E27FC236}">
                <a16:creationId xmlns:a16="http://schemas.microsoft.com/office/drawing/2014/main" id="{CFFC4FF9-AD17-4D9F-81A8-4DF6A747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82225" y="2971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2" name="result-token-2">
            <a:extLst xmlns:a="http://schemas.openxmlformats.org/drawingml/2006/main">
              <a:ext uri="{FF2B5EF4-FFF2-40B4-BE49-F238E27FC236}">
                <a16:creationId xmlns:a16="http://schemas.microsoft.com/office/drawing/2014/main" id="{EBFADC5C-116D-4EF6-82FD-83372390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448925" y="2971800"/>
            <a:ext cx="152400" cy="1524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765A8D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3" name="result-token-3">
            <a:extLst xmlns:a="http://schemas.openxmlformats.org/drawingml/2006/main">
              <a:ext uri="{FF2B5EF4-FFF2-40B4-BE49-F238E27FC236}">
                <a16:creationId xmlns:a16="http://schemas.microsoft.com/office/drawing/2014/main" id="{5F8050A4-0CEE-4982-97B8-6E782F55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715625" y="29718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5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result-token-4">
            <a:extLst xmlns:a="http://schemas.openxmlformats.org/drawingml/2006/main">
              <a:ext uri="{FF2B5EF4-FFF2-40B4-BE49-F238E27FC236}">
                <a16:creationId xmlns:a16="http://schemas.microsoft.com/office/drawing/2014/main" id="{35498B7B-75E8-44CD-BDF4-8C941AF6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982325" y="2971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7FA0"/>
          </a:solidFill>
          <a:ln xmlns:a="http://schemas.openxmlformats.org/drawingml/2006/main" w="7620">
            <a:solidFill>
              <a:srgbClr val="26355F"/>
            </a:solidFill>
            <a:prstDash val="solid"/>
          </a:ln>
        </p:spPr>
      </p:sp>
      <p:sp>
        <p:nvSpPr>
          <p:cNvPr id="105" name="result-divider">
            <a:extLst xmlns:a="http://schemas.openxmlformats.org/drawingml/2006/main">
              <a:ext uri="{FF2B5EF4-FFF2-40B4-BE49-F238E27FC236}">
                <a16:creationId xmlns:a16="http://schemas.microsoft.com/office/drawing/2014/main" id="{88B500E1-F012-4958-9364-9377CFC3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91725" y="3267075"/>
            <a:ext cx="1333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AD3D4"/>
            </a:solidFill>
            <a:prstDash val="solid"/>
          </a:ln>
        </p:spPr>
      </p:sp>
      <p:sp>
        <p:nvSpPr>
          <p:cNvPr id="106" name="ledger-slot-header">
            <a:extLst xmlns:a="http://schemas.openxmlformats.org/drawingml/2006/main">
              <a:ext uri="{FF2B5EF4-FFF2-40B4-BE49-F238E27FC236}">
                <a16:creationId xmlns:a16="http://schemas.microsoft.com/office/drawing/2014/main" id="{F3AA411A-C137-4C1B-8CD2-0D8E5F6E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10775" y="33432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Slot</a:t>
            </a:r>
          </a:p>
        </p:txBody>
      </p:sp>
      <p:sp>
        <p:nvSpPr>
          <p:cNvPr id="107" name="ledger-source-header">
            <a:extLst xmlns:a="http://schemas.openxmlformats.org/drawingml/2006/main">
              <a:ext uri="{FF2B5EF4-FFF2-40B4-BE49-F238E27FC236}">
                <a16:creationId xmlns:a16="http://schemas.microsoft.com/office/drawing/2014/main" id="{CA8832DE-2458-4A2C-A635-90CE37A2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82275" y="334327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37077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08" name="ledger-slot-1">
            <a:extLst xmlns:a="http://schemas.openxmlformats.org/drawingml/2006/main">
              <a:ext uri="{FF2B5EF4-FFF2-40B4-BE49-F238E27FC236}">
                <a16:creationId xmlns:a16="http://schemas.microsoft.com/office/drawing/2014/main" id="{6D81C5C6-D617-40C7-9F7A-8F4BADA4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10775" y="360045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9" name="ledger-source-1">
            <a:extLst xmlns:a="http://schemas.openxmlformats.org/drawingml/2006/main">
              <a:ext uri="{FF2B5EF4-FFF2-40B4-BE49-F238E27FC236}">
                <a16:creationId xmlns:a16="http://schemas.microsoft.com/office/drawing/2014/main" id="{624E6773-177E-4052-83E4-8D479903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582275" y="36004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678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6785F"/>
                </a:solidFill>
                <a:latin typeface="Arial"/>
                <a:ea typeface="Arial"/>
                <a:cs typeface="Arial"/>
              </a:rPr>
              <a:t>reserve</a:t>
            </a:r>
          </a:p>
        </p:txBody>
      </p:sp>
      <p:sp>
        <p:nvSpPr>
          <p:cNvPr id="110" name="contract-divider">
            <a:extLst xmlns:a="http://schemas.openxmlformats.org/drawingml/2006/main">
              <a:ext uri="{FF2B5EF4-FFF2-40B4-BE49-F238E27FC236}">
                <a16:creationId xmlns:a16="http://schemas.microsoft.com/office/drawing/2014/main" id="{62E234BD-C8CB-476E-A1DA-EBDB44E2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33400" y="516255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CAD3D4"/>
            </a:solidFill>
            <a:prstDash val="solid"/>
          </a:ln>
        </p:spPr>
      </p:sp>
      <p:sp>
        <p:nvSpPr>
          <p:cNvPr id="111" name="contract-heading">
            <a:extLst xmlns:a="http://schemas.openxmlformats.org/drawingml/2006/main">
              <a:ext uri="{FF2B5EF4-FFF2-40B4-BE49-F238E27FC236}">
                <a16:creationId xmlns:a16="http://schemas.microsoft.com/office/drawing/2014/main" id="{477E5434-E550-4B19-8997-16DE413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238750"/>
            <a:ext cx="11125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6355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55F"/>
                </a:solidFill>
                <a:latin typeface="Arial"/>
                <a:ea typeface="Arial"/>
                <a:cs typeface="Arial"/>
              </a:rPr>
              <a:t>Selection contract</a:t>
            </a:r>
          </a:p>
        </p:txBody>
      </p:sp>
      <p:sp>
        <p:nvSpPr>
          <p:cNvPr id="112" name="contract-copy">
            <a:extLst xmlns:a="http://schemas.openxmlformats.org/drawingml/2006/main">
              <a:ext uri="{FF2B5EF4-FFF2-40B4-BE49-F238E27FC236}">
                <a16:creationId xmlns:a16="http://schemas.microsoft.com/office/drawing/2014/main" id="{62E17605-3A31-4C08-9534-997EEA47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4768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7202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72027"/>
                </a:solidFill>
                <a:latin typeface="Arial"/>
                <a:ea typeface="Arial"/>
                <a:cs typeface="Arial"/>
              </a:rPr>
              <a:t>Fixed capacity | stable ties | no duplicate slots | complete assignment ledger</a:t>
            </a:r>
          </a:p>
        </p:txBody>
      </p:sp>
      <p:sp>
        <p:nvSpPr>
          <p:cNvPr id="113" name="scope-boundary">
            <a:extLst xmlns:a="http://schemas.openxmlformats.org/drawingml/2006/main">
              <a:ext uri="{FF2B5EF4-FFF2-40B4-BE49-F238E27FC236}">
                <a16:creationId xmlns:a16="http://schemas.microsoft.com/office/drawing/2014/main" id="{81FA19F4-6F53-4520-8510-3FBC3323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3400" y="5734050"/>
            <a:ext cx="1112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37077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37077"/>
                </a:solidFill>
                <a:latin typeface="Arial"/>
                <a:ea typeface="Arial"/>
                <a:cs typeface="Arial"/>
              </a:rPr>
              <a:t>The package governs access to review capacity; it does not interpret the underlying evidence.</a:t>
            </a:r>
          </a:p>
        </p:txBody>
      </p:sp>
    </p:spTree>
    <p:extLst>
      <p:ext uri="{BB962C8B-B14F-4D97-AF65-F5344CB8AC3E}">
        <p14:creationId xmlns:p14="http://schemas.microsoft.com/office/powerpoint/2010/main" val="1522991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2026-07-22T01:53:52.0680000Z</dcterms:created>
  <dcterms:modified xsi:type="dcterms:W3CDTF">2026-07-22T01:53:52.0680000Z</dcterms:modified>
</coreProperties>
</file>