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0f3e5bbb664453" /><Relationship Type="http://schemas.openxmlformats.org/officeDocument/2006/relationships/extended-properties" Target="/docProps/app.xml" Id="Ra74cf8a184b74ce8" /><Relationship Type="http://schemas.openxmlformats.org/officeDocument/2006/relationships/officeDocument" Target="/ppt/presentation.xml" Id="R122a208c257340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6c1b5bef5347f9"/>
  </p:sldMasterIdLst>
  <p:notesMasterIdLst>
    <p:notesMasterId xmlns:r="http://schemas.openxmlformats.org/officeDocument/2006/relationships" r:id="Re0c6807ef88e4e3b"/>
  </p:notesMasterIdLst>
  <p:sldIdLst>
    <p:sldId xmlns:r="http://schemas.openxmlformats.org/officeDocument/2006/relationships" id="256" r:id="R5505981efdb046d3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8ab2130c5f4ba4" /><Relationship Type="http://schemas.openxmlformats.org/officeDocument/2006/relationships/slideMaster" Target="/ppt/slideMasters/slideMaster1.xml" Id="R2c6c1b5bef5347f9" /><Relationship Type="http://schemas.openxmlformats.org/officeDocument/2006/relationships/notesMaster" Target="/ppt/notesMasters/notesMaster1.xml" Id="Re0c6807ef88e4e3b" /><Relationship Type="http://schemas.openxmlformats.org/officeDocument/2006/relationships/presProps" Target="/ppt/presProps.xml" Id="R76161571353b447e" /><Relationship Type="http://schemas.openxmlformats.org/officeDocument/2006/relationships/tableStyles" Target="/ppt/tableStyles.xml" Id="Rbb2aed8f2f904930" /><Relationship Type="http://schemas.openxmlformats.org/officeDocument/2006/relationships/slide" Target="/ppt/slides/slide1.xml" Id="R5505981efdb046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8bac3ca9704e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0a6ab40b87402f" /><Relationship Type="http://schemas.openxmlformats.org/officeDocument/2006/relationships/notesMaster" Target="/ppt/notesMasters/notesMaster1.xml" Id="R672bc52b13be44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79b62e352c4f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7d4243a30046c2" /><Relationship Type="http://schemas.openxmlformats.org/officeDocument/2006/relationships/slideLayout" Target="/ppt/slideLayouts/slideLayout1.xml" Id="Rcf897cfaf11941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897cfaf11941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962bba6b449d8" /><Relationship Type="http://schemas.openxmlformats.org/officeDocument/2006/relationships/notesSlide" Target="/ppt/notesSlides/notesSlide1.xml" Id="R89b41bd54de543f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overview-takeaway">
            <a:extLst xmlns:a="http://schemas.openxmlformats.org/drawingml/2006/main">
              <a:ext uri="{FF2B5EF4-FFF2-40B4-BE49-F238E27FC236}">
                <a16:creationId xmlns:a16="http://schemas.microsoft.com/office/drawing/2014/main" id="{3F2199D7-C5BE-47D4-8963-EDB454C6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247650"/>
            <a:ext cx="11125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How the governed review queue is constructed</a:t>
            </a:r>
          </a:p>
        </p:txBody>
      </p:sp>
      <p:sp>
        <p:nvSpPr>
          <p:cNvPr id="2" name="overview-subtitle">
            <a:extLst xmlns:a="http://schemas.openxmlformats.org/drawingml/2006/main">
              <a:ext uri="{FF2B5EF4-FFF2-40B4-BE49-F238E27FC236}">
                <a16:creationId xmlns:a16="http://schemas.microsoft.com/office/drawing/2014/main" id="{D42D2517-E1F7-4A82-85DC-5339EB15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714375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One ranked candidate pool, one fixed capacity, and an explicit record of how every slot was assigned.</a:t>
            </a:r>
          </a:p>
        </p:txBody>
      </p:sp>
      <p:sp>
        <p:nvSpPr>
          <p:cNvPr id="3" name="overview-divider">
            <a:extLst xmlns:a="http://schemas.openxmlformats.org/drawingml/2006/main">
              <a:ext uri="{FF2B5EF4-FFF2-40B4-BE49-F238E27FC236}">
                <a16:creationId xmlns:a16="http://schemas.microsoft.com/office/drawing/2014/main" id="{4ED46B8F-3B69-4AEA-8FFB-91F94D42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1133475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4" name="input-to-rank-arrow">
            <a:extLst xmlns:a="http://schemas.openxmlformats.org/drawingml/2006/main">
              <a:ext uri="{FF2B5EF4-FFF2-40B4-BE49-F238E27FC236}">
                <a16:creationId xmlns:a16="http://schemas.microsoft.com/office/drawing/2014/main" id="{D991D88B-6610-4458-87F4-9D36C51F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43175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ank-to-allocation-arrow">
            <a:extLst xmlns:a="http://schemas.openxmlformats.org/drawingml/2006/main">
              <a:ext uri="{FF2B5EF4-FFF2-40B4-BE49-F238E27FC236}">
                <a16:creationId xmlns:a16="http://schemas.microsoft.com/office/drawing/2014/main" id="{584659CC-4C2D-4670-968C-4E9D3426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6800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llocation-to-result-arrow">
            <a:extLst xmlns:a="http://schemas.openxmlformats.org/drawingml/2006/main">
              <a:ext uri="{FF2B5EF4-FFF2-40B4-BE49-F238E27FC236}">
                <a16:creationId xmlns:a16="http://schemas.microsoft.com/office/drawing/2014/main" id="{99F2D7EC-C482-4CDF-AE4A-89A846C8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53575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input-heading">
            <a:extLst xmlns:a="http://schemas.openxmlformats.org/drawingml/2006/main">
              <a:ext uri="{FF2B5EF4-FFF2-40B4-BE49-F238E27FC236}">
                <a16:creationId xmlns:a16="http://schemas.microsoft.com/office/drawing/2014/main" id="{7742B6D8-5970-4FA6-90D8-3483317C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428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 records</a:t>
            </a:r>
          </a:p>
        </p:txBody>
      </p:sp>
      <p:sp>
        <p:nvSpPr>
          <p:cNvPr id="8" name="input-caption">
            <a:extLst xmlns:a="http://schemas.openxmlformats.org/drawingml/2006/main">
              <a:ext uri="{FF2B5EF4-FFF2-40B4-BE49-F238E27FC236}">
                <a16:creationId xmlns:a16="http://schemas.microsoft.com/office/drawing/2014/main" id="{2A39554E-7A48-4829-8F0A-AA3324C7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771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Python mappings or synthetic CSV</a:t>
            </a:r>
          </a:p>
        </p:txBody>
      </p:sp>
      <p:sp>
        <p:nvSpPr>
          <p:cNvPr id="9" name="candidate-records-sheet">
            <a:extLst xmlns:a="http://schemas.openxmlformats.org/drawingml/2006/main">
              <a:ext uri="{FF2B5EF4-FFF2-40B4-BE49-F238E27FC236}">
                <a16:creationId xmlns:a16="http://schemas.microsoft.com/office/drawing/2014/main" id="{03D633E9-C4A8-4607-AE4A-59AA23A8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209800"/>
            <a:ext cx="1905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10" name="candidate-records-header">
            <a:extLst xmlns:a="http://schemas.openxmlformats.org/drawingml/2006/main">
              <a:ext uri="{FF2B5EF4-FFF2-40B4-BE49-F238E27FC236}">
                <a16:creationId xmlns:a16="http://schemas.microsoft.com/office/drawing/2014/main" id="{F7A31561-48E6-49CC-8D54-6EF8AB8A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209800"/>
            <a:ext cx="190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11" name="candidate-id-header">
            <a:extLst xmlns:a="http://schemas.openxmlformats.org/drawingml/2006/main">
              <a:ext uri="{FF2B5EF4-FFF2-40B4-BE49-F238E27FC236}">
                <a16:creationId xmlns:a16="http://schemas.microsoft.com/office/drawing/2014/main" id="{D04634D7-724C-4296-8CF1-1B439024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247900"/>
            <a:ext cx="1104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 ID</a:t>
            </a:r>
          </a:p>
        </p:txBody>
      </p:sp>
      <p:sp>
        <p:nvSpPr>
          <p:cNvPr id="12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DAB903E2-9C60-4CC8-AEDA-1356752B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4050" y="2247900"/>
            <a:ext cx="457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3" name="candidate-token-1">
            <a:extLst xmlns:a="http://schemas.openxmlformats.org/drawingml/2006/main">
              <a:ext uri="{FF2B5EF4-FFF2-40B4-BE49-F238E27FC236}">
                <a16:creationId xmlns:a16="http://schemas.microsoft.com/office/drawing/2014/main" id="{5BBB666F-8C44-48FC-95EF-C0C3E62B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6670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ndidate-id-1">
            <a:extLst xmlns:a="http://schemas.openxmlformats.org/drawingml/2006/main">
              <a:ext uri="{FF2B5EF4-FFF2-40B4-BE49-F238E27FC236}">
                <a16:creationId xmlns:a16="http://schemas.microsoft.com/office/drawing/2014/main" id="{7EBBE20A-D89F-46DE-86C3-66C79A39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62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15" name="candidate-score-1">
            <a:extLst xmlns:a="http://schemas.openxmlformats.org/drawingml/2006/main">
              <a:ext uri="{FF2B5EF4-FFF2-40B4-BE49-F238E27FC236}">
                <a16:creationId xmlns:a16="http://schemas.microsoft.com/office/drawing/2014/main" id="{8D4CFA2A-B28F-406A-8C76-3F5AE0A8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262890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16" name="candidate-row-line-1">
            <a:extLst xmlns:a="http://schemas.openxmlformats.org/drawingml/2006/main">
              <a:ext uri="{FF2B5EF4-FFF2-40B4-BE49-F238E27FC236}">
                <a16:creationId xmlns:a16="http://schemas.microsoft.com/office/drawing/2014/main" id="{E58AA97B-5224-40B9-8CF5-CFCA6DFC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2924175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7" name="candidate-token-2">
            <a:extLst xmlns:a="http://schemas.openxmlformats.org/drawingml/2006/main">
              <a:ext uri="{FF2B5EF4-FFF2-40B4-BE49-F238E27FC236}">
                <a16:creationId xmlns:a16="http://schemas.microsoft.com/office/drawing/2014/main" id="{FE186896-7DD8-4273-9849-4B135276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981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8" name="candidate-id-2">
            <a:extLst xmlns:a="http://schemas.openxmlformats.org/drawingml/2006/main">
              <a:ext uri="{FF2B5EF4-FFF2-40B4-BE49-F238E27FC236}">
                <a16:creationId xmlns:a16="http://schemas.microsoft.com/office/drawing/2014/main" id="{F20E5CF5-F7B9-41B3-A648-0C614EAC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9432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19" name="candidate-score-2">
            <a:extLst xmlns:a="http://schemas.openxmlformats.org/drawingml/2006/main">
              <a:ext uri="{FF2B5EF4-FFF2-40B4-BE49-F238E27FC236}">
                <a16:creationId xmlns:a16="http://schemas.microsoft.com/office/drawing/2014/main" id="{F070F040-352E-45DF-97F8-E1E5E91C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2943225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0" name="candidate-row-line-2">
            <a:extLst xmlns:a="http://schemas.openxmlformats.org/drawingml/2006/main">
              <a:ext uri="{FF2B5EF4-FFF2-40B4-BE49-F238E27FC236}">
                <a16:creationId xmlns:a16="http://schemas.microsoft.com/office/drawing/2014/main" id="{B4730FE9-25ED-43CD-8976-D905F58A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238500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1" name="candidate-token-3">
            <a:extLst xmlns:a="http://schemas.openxmlformats.org/drawingml/2006/main">
              <a:ext uri="{FF2B5EF4-FFF2-40B4-BE49-F238E27FC236}">
                <a16:creationId xmlns:a16="http://schemas.microsoft.com/office/drawing/2014/main" id="{CB601255-FAC3-4417-BA84-92385925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29565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2" name="candidate-id-3">
            <a:extLst xmlns:a="http://schemas.openxmlformats.org/drawingml/2006/main">
              <a:ext uri="{FF2B5EF4-FFF2-40B4-BE49-F238E27FC236}">
                <a16:creationId xmlns:a16="http://schemas.microsoft.com/office/drawing/2014/main" id="{A5F09EA1-8042-489B-80E4-78AE2DD8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2575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23" name="candidate-score-3">
            <a:extLst xmlns:a="http://schemas.openxmlformats.org/drawingml/2006/main">
              <a:ext uri="{FF2B5EF4-FFF2-40B4-BE49-F238E27FC236}">
                <a16:creationId xmlns:a16="http://schemas.microsoft.com/office/drawing/2014/main" id="{93C23831-7426-4B96-AC77-89459149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325755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4" name="candidate-row-line-3">
            <a:extLst xmlns:a="http://schemas.openxmlformats.org/drawingml/2006/main">
              <a:ext uri="{FF2B5EF4-FFF2-40B4-BE49-F238E27FC236}">
                <a16:creationId xmlns:a16="http://schemas.microsoft.com/office/drawing/2014/main" id="{6E3D91BE-266D-46C2-8D66-E210C11F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552825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5" name="candidate-token-4">
            <a:extLst xmlns:a="http://schemas.openxmlformats.org/drawingml/2006/main">
              <a:ext uri="{FF2B5EF4-FFF2-40B4-BE49-F238E27FC236}">
                <a16:creationId xmlns:a16="http://schemas.microsoft.com/office/drawing/2014/main" id="{7BF8887E-ECB9-46BC-8815-8626DC39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6099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andidate-id-4">
            <a:extLst xmlns:a="http://schemas.openxmlformats.org/drawingml/2006/main">
              <a:ext uri="{FF2B5EF4-FFF2-40B4-BE49-F238E27FC236}">
                <a16:creationId xmlns:a16="http://schemas.microsoft.com/office/drawing/2014/main" id="{57066620-2210-4C1C-98D7-FFFD58E8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5718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D09</a:t>
            </a:r>
          </a:p>
        </p:txBody>
      </p:sp>
      <p:sp>
        <p:nvSpPr>
          <p:cNvPr id="27" name="candidate-score-4">
            <a:extLst xmlns:a="http://schemas.openxmlformats.org/drawingml/2006/main">
              <a:ext uri="{FF2B5EF4-FFF2-40B4-BE49-F238E27FC236}">
                <a16:creationId xmlns:a16="http://schemas.microsoft.com/office/drawing/2014/main" id="{2C19512B-7A89-4557-B22A-E5C296DF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3571875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28" name="ranking-heading">
            <a:extLst xmlns:a="http://schemas.openxmlformats.org/drawingml/2006/main">
              <a:ext uri="{FF2B5EF4-FFF2-40B4-BE49-F238E27FC236}">
                <a16:creationId xmlns:a16="http://schemas.microsoft.com/office/drawing/2014/main" id="{7D05AED6-94D1-434E-B629-8F84DE7C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142875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Stable ranking</a:t>
            </a:r>
          </a:p>
        </p:txBody>
      </p:sp>
      <p:sp>
        <p:nvSpPr>
          <p:cNvPr id="29" name="ranking-score-caption">
            <a:extLst xmlns:a="http://schemas.openxmlformats.org/drawingml/2006/main">
              <a:ext uri="{FF2B5EF4-FFF2-40B4-BE49-F238E27FC236}">
                <a16:creationId xmlns:a16="http://schemas.microsoft.com/office/drawing/2014/main" id="{46BA2399-BD2E-4FB8-82E2-F14A62B9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177165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Global score (descending)</a:t>
            </a:r>
          </a:p>
        </p:txBody>
      </p:sp>
      <p:sp>
        <p:nvSpPr>
          <p:cNvPr id="30" name="rank-number-1">
            <a:extLst xmlns:a="http://schemas.openxmlformats.org/drawingml/2006/main">
              <a:ext uri="{FF2B5EF4-FFF2-40B4-BE49-F238E27FC236}">
                <a16:creationId xmlns:a16="http://schemas.microsoft.com/office/drawing/2014/main" id="{A3A8F681-C994-4AF2-90BB-181600DF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431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1" name="rank-row-1">
            <a:extLst xmlns:a="http://schemas.openxmlformats.org/drawingml/2006/main">
              <a:ext uri="{FF2B5EF4-FFF2-40B4-BE49-F238E27FC236}">
                <a16:creationId xmlns:a16="http://schemas.microsoft.com/office/drawing/2014/main" id="{6884ABCA-CDCB-4391-A1D2-CD481BCA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3431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2" name="rank-id-1">
            <a:extLst xmlns:a="http://schemas.openxmlformats.org/drawingml/2006/main">
              <a:ext uri="{FF2B5EF4-FFF2-40B4-BE49-F238E27FC236}">
                <a16:creationId xmlns:a16="http://schemas.microsoft.com/office/drawing/2014/main" id="{D1A43FE5-CE5E-4542-8FA0-0A60B4A1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3526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33" name="rank-score-1">
            <a:extLst xmlns:a="http://schemas.openxmlformats.org/drawingml/2006/main">
              <a:ext uri="{FF2B5EF4-FFF2-40B4-BE49-F238E27FC236}">
                <a16:creationId xmlns:a16="http://schemas.microsoft.com/office/drawing/2014/main" id="{377CC67A-0FA3-474F-9414-E96F887E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3526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34" name="rank-number-2">
            <a:extLst xmlns:a="http://schemas.openxmlformats.org/drawingml/2006/main">
              <a:ext uri="{FF2B5EF4-FFF2-40B4-BE49-F238E27FC236}">
                <a16:creationId xmlns:a16="http://schemas.microsoft.com/office/drawing/2014/main" id="{0BF78664-65F0-4AA0-879A-E23CDD95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7432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ank-row-2">
            <a:extLst xmlns:a="http://schemas.openxmlformats.org/drawingml/2006/main">
              <a:ext uri="{FF2B5EF4-FFF2-40B4-BE49-F238E27FC236}">
                <a16:creationId xmlns:a16="http://schemas.microsoft.com/office/drawing/2014/main" id="{D9E31733-D652-4548-A899-E55635A1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7432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6" name="rank-id-2">
            <a:extLst xmlns:a="http://schemas.openxmlformats.org/drawingml/2006/main">
              <a:ext uri="{FF2B5EF4-FFF2-40B4-BE49-F238E27FC236}">
                <a16:creationId xmlns:a16="http://schemas.microsoft.com/office/drawing/2014/main" id="{2F3C0A15-CE3C-4AF2-B458-5310EFC4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7527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7FA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7FA0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37" name="rank-score-2">
            <a:extLst xmlns:a="http://schemas.openxmlformats.org/drawingml/2006/main">
              <a:ext uri="{FF2B5EF4-FFF2-40B4-BE49-F238E27FC236}">
                <a16:creationId xmlns:a16="http://schemas.microsoft.com/office/drawing/2014/main" id="{A45BF959-498A-46FB-8013-EF53E77DE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7527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38" name="rank-number-3">
            <a:extLst xmlns:a="http://schemas.openxmlformats.org/drawingml/2006/main">
              <a:ext uri="{FF2B5EF4-FFF2-40B4-BE49-F238E27FC236}">
                <a16:creationId xmlns:a16="http://schemas.microsoft.com/office/drawing/2014/main" id="{BA95D99C-28FF-4E40-9688-CB3E90E3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1432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9" name="rank-row-3">
            <a:extLst xmlns:a="http://schemas.openxmlformats.org/drawingml/2006/main">
              <a:ext uri="{FF2B5EF4-FFF2-40B4-BE49-F238E27FC236}">
                <a16:creationId xmlns:a16="http://schemas.microsoft.com/office/drawing/2014/main" id="{45742255-F255-4B52-81A1-06C01BDF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1432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0" name="rank-id-3">
            <a:extLst xmlns:a="http://schemas.openxmlformats.org/drawingml/2006/main">
              <a:ext uri="{FF2B5EF4-FFF2-40B4-BE49-F238E27FC236}">
                <a16:creationId xmlns:a16="http://schemas.microsoft.com/office/drawing/2014/main" id="{2B7B7763-7010-4681-AF4F-B562363D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1527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41" name="rank-score-3">
            <a:extLst xmlns:a="http://schemas.openxmlformats.org/drawingml/2006/main">
              <a:ext uri="{FF2B5EF4-FFF2-40B4-BE49-F238E27FC236}">
                <a16:creationId xmlns:a16="http://schemas.microsoft.com/office/drawing/2014/main" id="{B879B571-D620-4CB3-9999-6C78D973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1527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42" name="rank-number-4">
            <a:extLst xmlns:a="http://schemas.openxmlformats.org/drawingml/2006/main">
              <a:ext uri="{FF2B5EF4-FFF2-40B4-BE49-F238E27FC236}">
                <a16:creationId xmlns:a16="http://schemas.microsoft.com/office/drawing/2014/main" id="{DA66397F-DE42-4AC9-8ED8-D5504BFB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5433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3" name="rank-row-4">
            <a:extLst xmlns:a="http://schemas.openxmlformats.org/drawingml/2006/main">
              <a:ext uri="{FF2B5EF4-FFF2-40B4-BE49-F238E27FC236}">
                <a16:creationId xmlns:a16="http://schemas.microsoft.com/office/drawing/2014/main" id="{8A7796E0-B8E2-481F-BBFC-E2DB8BB6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5433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4" name="rank-id-4">
            <a:extLst xmlns:a="http://schemas.openxmlformats.org/drawingml/2006/main">
              <a:ext uri="{FF2B5EF4-FFF2-40B4-BE49-F238E27FC236}">
                <a16:creationId xmlns:a16="http://schemas.microsoft.com/office/drawing/2014/main" id="{A378DB78-9C4B-4594-A913-8CF860D5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5528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D09</a:t>
            </a:r>
          </a:p>
        </p:txBody>
      </p:sp>
      <p:sp>
        <p:nvSpPr>
          <p:cNvPr id="45" name="rank-score-4">
            <a:extLst xmlns:a="http://schemas.openxmlformats.org/drawingml/2006/main">
              <a:ext uri="{FF2B5EF4-FFF2-40B4-BE49-F238E27FC236}">
                <a16:creationId xmlns:a16="http://schemas.microsoft.com/office/drawing/2014/main" id="{3B63D0C2-492D-429A-A2EE-3101344A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5528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46" name="stable-tie-bracket">
            <a:extLst xmlns:a="http://schemas.openxmlformats.org/drawingml/2006/main">
              <a:ext uri="{FF2B5EF4-FFF2-40B4-BE49-F238E27FC236}">
                <a16:creationId xmlns:a16="http://schemas.microsoft.com/office/drawing/2014/main" id="{4C7F893D-5998-4210-8EE2-9682B028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29150" y="2781300"/>
            <a:ext cx="9525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01C678-95D2-451B-B835-690DB7BF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278130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1431ACC-6DF0-4F14-B5A3-EDBA71EB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340995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9" name="stable-tie-label">
            <a:extLst xmlns:a="http://schemas.openxmlformats.org/drawingml/2006/main">
              <a:ext uri="{FF2B5EF4-FFF2-40B4-BE49-F238E27FC236}">
                <a16:creationId xmlns:a16="http://schemas.microsoft.com/office/drawing/2014/main" id="{CDCB75C3-BCD0-480B-86F1-5AF183F3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34099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232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stable tie</a:t>
            </a:r>
          </a:p>
        </p:txBody>
      </p:sp>
      <p:sp>
        <p:nvSpPr>
          <p:cNvPr id="50" name="ranking-tie-caption">
            <a:extLst xmlns:a="http://schemas.openxmlformats.org/drawingml/2006/main">
              <a:ext uri="{FF2B5EF4-FFF2-40B4-BE49-F238E27FC236}">
                <a16:creationId xmlns:a16="http://schemas.microsoft.com/office/drawing/2014/main" id="{ADF7E9C4-27D2-4A29-AAAD-FA9791D7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9052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Equal scores: candidate ID</a:t>
            </a:r>
          </a:p>
        </p:txBody>
      </p:sp>
      <p:sp>
        <p:nvSpPr>
          <p:cNvPr id="51" name="allocation-heading">
            <a:extLst xmlns:a="http://schemas.openxmlformats.org/drawingml/2006/main">
              <a:ext uri="{FF2B5EF4-FFF2-40B4-BE49-F238E27FC236}">
                <a16:creationId xmlns:a16="http://schemas.microsoft.com/office/drawing/2014/main" id="{514652EC-B38C-4ABF-BE2E-D63F6A7B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4287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Governed allocation</a:t>
            </a:r>
          </a:p>
        </p:txBody>
      </p:sp>
      <p:sp>
        <p:nvSpPr>
          <p:cNvPr id="52" name="allocation-caption">
            <a:extLst xmlns:a="http://schemas.openxmlformats.org/drawingml/2006/main">
              <a:ext uri="{FF2B5EF4-FFF2-40B4-BE49-F238E27FC236}">
                <a16:creationId xmlns:a16="http://schemas.microsoft.com/office/drawing/2014/main" id="{EB848A8C-B430-4DBB-AD85-0B407A87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77165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Apply declared reserves, then fill from the global order</a:t>
            </a:r>
          </a:p>
        </p:txBody>
      </p:sp>
      <p:sp>
        <p:nvSpPr>
          <p:cNvPr id="53" name="policy-to-queue-arrow">
            <a:extLst xmlns:a="http://schemas.openxmlformats.org/drawingml/2006/main">
              <a:ext uri="{FF2B5EF4-FFF2-40B4-BE49-F238E27FC236}">
                <a16:creationId xmlns:a16="http://schemas.microsoft.com/office/drawing/2014/main" id="{840A9F6A-91DC-4384-9FE4-6AD917ED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3429000"/>
            <a:ext cx="2667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global-to-queue-arrow">
            <a:extLst xmlns:a="http://schemas.openxmlformats.org/drawingml/2006/main">
              <a:ext uri="{FF2B5EF4-FFF2-40B4-BE49-F238E27FC236}">
                <a16:creationId xmlns:a16="http://schemas.microsoft.com/office/drawing/2014/main" id="{BF86755D-D724-4DB0-915C-9AC5626F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3067050"/>
            <a:ext cx="2667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allocation-policy">
            <a:extLst xmlns:a="http://schemas.openxmlformats.org/drawingml/2006/main">
              <a:ext uri="{FF2B5EF4-FFF2-40B4-BE49-F238E27FC236}">
                <a16:creationId xmlns:a16="http://schemas.microsoft.com/office/drawing/2014/main" id="{CD76DBCA-8932-46D1-A6BA-4A223A3F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21907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56" name="allocation-policy-name">
            <a:extLst xmlns:a="http://schemas.openxmlformats.org/drawingml/2006/main">
              <a:ext uri="{FF2B5EF4-FFF2-40B4-BE49-F238E27FC236}">
                <a16:creationId xmlns:a16="http://schemas.microsoft.com/office/drawing/2014/main" id="{A2786121-8335-4F4E-8CF2-026B8B59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29250" y="22860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 policy</a:t>
            </a:r>
          </a:p>
        </p:txBody>
      </p:sp>
      <p:sp>
        <p:nvSpPr>
          <p:cNvPr id="57" name="allocation-policy-profile">
            <a:extLst xmlns:a="http://schemas.openxmlformats.org/drawingml/2006/main">
              <a:ext uri="{FF2B5EF4-FFF2-40B4-BE49-F238E27FC236}">
                <a16:creationId xmlns:a16="http://schemas.microsoft.com/office/drawing/2014/main" id="{1D9AA398-75B5-40E6-89F5-DCE282D2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61937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profile</a:t>
            </a:r>
          </a:p>
        </p:txBody>
      </p:sp>
      <p:sp>
        <p:nvSpPr>
          <p:cNvPr id="58" name="allocation-policy-fraction">
            <a:extLst xmlns:a="http://schemas.openxmlformats.org/drawingml/2006/main">
              <a:ext uri="{FF2B5EF4-FFF2-40B4-BE49-F238E27FC236}">
                <a16:creationId xmlns:a16="http://schemas.microsoft.com/office/drawing/2014/main" id="{4B86B31B-93E7-4869-82AB-05AA4390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89560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fraction = 0.10</a:t>
            </a:r>
          </a:p>
        </p:txBody>
      </p:sp>
      <p:sp>
        <p:nvSpPr>
          <p:cNvPr id="59" name="allocation-policy-token-1">
            <a:extLst xmlns:a="http://schemas.openxmlformats.org/drawingml/2006/main">
              <a:ext uri="{FF2B5EF4-FFF2-40B4-BE49-F238E27FC236}">
                <a16:creationId xmlns:a16="http://schemas.microsoft.com/office/drawing/2014/main" id="{2155FD56-0C73-4011-A504-49818D5A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2600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0" name="allocation-policy-token-2">
            <a:extLst xmlns:a="http://schemas.openxmlformats.org/drawingml/2006/main">
              <a:ext uri="{FF2B5EF4-FFF2-40B4-BE49-F238E27FC236}">
                <a16:creationId xmlns:a16="http://schemas.microsoft.com/office/drawing/2014/main" id="{78137A0A-BC04-42B3-AD8A-F6FB6A82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86550" y="260032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1" name="allocation-policy-order">
            <a:extLst xmlns:a="http://schemas.openxmlformats.org/drawingml/2006/main">
              <a:ext uri="{FF2B5EF4-FFF2-40B4-BE49-F238E27FC236}">
                <a16:creationId xmlns:a16="http://schemas.microsoft.com/office/drawing/2014/main" id="{6D72293E-76CD-47D4-8BD7-0C26DADE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3133725"/>
            <a:ext cx="1314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Declared order</a:t>
            </a:r>
          </a:p>
        </p:txBody>
      </p:sp>
      <p:sp>
        <p:nvSpPr>
          <p:cNvPr id="62" name="allocation-global-label">
            <a:extLst xmlns:a="http://schemas.openxmlformats.org/drawingml/2006/main">
              <a:ext uri="{FF2B5EF4-FFF2-40B4-BE49-F238E27FC236}">
                <a16:creationId xmlns:a16="http://schemas.microsoft.com/office/drawing/2014/main" id="{36DEE64A-FD1C-476A-8FB5-70A1FC15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2219325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order</a:t>
            </a:r>
          </a:p>
        </p:txBody>
      </p:sp>
      <p:sp>
        <p:nvSpPr>
          <p:cNvPr id="63" name="allocation-global-token-1">
            <a:extLst xmlns:a="http://schemas.openxmlformats.org/drawingml/2006/main">
              <a:ext uri="{FF2B5EF4-FFF2-40B4-BE49-F238E27FC236}">
                <a16:creationId xmlns:a16="http://schemas.microsoft.com/office/drawing/2014/main" id="{775FCDD8-26F9-40A1-8E1E-231C0495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571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allocation-global-rank-1">
            <a:extLst xmlns:a="http://schemas.openxmlformats.org/drawingml/2006/main">
              <a:ext uri="{FF2B5EF4-FFF2-40B4-BE49-F238E27FC236}">
                <a16:creationId xmlns:a16="http://schemas.microsoft.com/office/drawing/2014/main" id="{06128AD7-65C7-419D-A4F3-73D4EBA0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5" name="allocation-global-token-2">
            <a:extLst xmlns:a="http://schemas.openxmlformats.org/drawingml/2006/main">
              <a:ext uri="{FF2B5EF4-FFF2-40B4-BE49-F238E27FC236}">
                <a16:creationId xmlns:a16="http://schemas.microsoft.com/office/drawing/2014/main" id="{EDEC1E67-8CA1-4807-83C3-5F8AAED5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571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6" name="allocation-global-rank-2">
            <a:extLst xmlns:a="http://schemas.openxmlformats.org/drawingml/2006/main">
              <a:ext uri="{FF2B5EF4-FFF2-40B4-BE49-F238E27FC236}">
                <a16:creationId xmlns:a16="http://schemas.microsoft.com/office/drawing/2014/main" id="{B46747B2-81CF-4D96-BEC6-FDDD85F0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allocation-global-token-3">
            <a:extLst xmlns:a="http://schemas.openxmlformats.org/drawingml/2006/main">
              <a:ext uri="{FF2B5EF4-FFF2-40B4-BE49-F238E27FC236}">
                <a16:creationId xmlns:a16="http://schemas.microsoft.com/office/drawing/2014/main" id="{BD33C9EA-78ED-45FF-B2C8-D542FD43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571750"/>
            <a:ext cx="190500" cy="1905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8" name="allocation-global-rank-3">
            <a:extLst xmlns:a="http://schemas.openxmlformats.org/drawingml/2006/main">
              <a:ext uri="{FF2B5EF4-FFF2-40B4-BE49-F238E27FC236}">
                <a16:creationId xmlns:a16="http://schemas.microsoft.com/office/drawing/2014/main" id="{F96E4A04-D249-4B69-BF13-2AE4BA77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9" name="allocation-global-token-4">
            <a:extLst xmlns:a="http://schemas.openxmlformats.org/drawingml/2006/main">
              <a:ext uri="{FF2B5EF4-FFF2-40B4-BE49-F238E27FC236}">
                <a16:creationId xmlns:a16="http://schemas.microsoft.com/office/drawing/2014/main" id="{610EA4C6-8453-4F8C-A8A6-40E86823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571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allocation-global-rank-4">
            <a:extLst xmlns:a="http://schemas.openxmlformats.org/drawingml/2006/main">
              <a:ext uri="{FF2B5EF4-FFF2-40B4-BE49-F238E27FC236}">
                <a16:creationId xmlns:a16="http://schemas.microsoft.com/office/drawing/2014/main" id="{CFB087F9-EEEF-4647-9F74-7CB654A7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1" name="allocation-global-baseline">
            <a:extLst xmlns:a="http://schemas.openxmlformats.org/drawingml/2006/main">
              <a:ext uri="{FF2B5EF4-FFF2-40B4-BE49-F238E27FC236}">
                <a16:creationId xmlns:a16="http://schemas.microsoft.com/office/drawing/2014/main" id="{E82733F3-56BB-4DA6-8453-7BFA3D26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91400" y="3057525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72" name="allocation-reserved-label">
            <a:extLst xmlns:a="http://schemas.openxmlformats.org/drawingml/2006/main">
              <a:ext uri="{FF2B5EF4-FFF2-40B4-BE49-F238E27FC236}">
                <a16:creationId xmlns:a16="http://schemas.microsoft.com/office/drawing/2014/main" id="{5EB5D7D0-9AD4-42DE-9057-544537E1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600" y="3762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Reserved</a:t>
            </a:r>
          </a:p>
        </p:txBody>
      </p:sp>
      <p:sp>
        <p:nvSpPr>
          <p:cNvPr id="73" name="allocation-fill-label">
            <a:extLst xmlns:a="http://schemas.openxmlformats.org/drawingml/2006/main">
              <a:ext uri="{FF2B5EF4-FFF2-40B4-BE49-F238E27FC236}">
                <a16:creationId xmlns:a16="http://schemas.microsoft.com/office/drawing/2014/main" id="{58905538-D7C2-431D-B4C9-E2535893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3762375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fill</a:t>
            </a:r>
          </a:p>
        </p:txBody>
      </p:sp>
      <p:sp>
        <p:nvSpPr>
          <p:cNvPr id="74" name="allocation-slot-1">
            <a:extLst xmlns:a="http://schemas.openxmlformats.org/drawingml/2006/main">
              <a:ext uri="{FF2B5EF4-FFF2-40B4-BE49-F238E27FC236}">
                <a16:creationId xmlns:a16="http://schemas.microsoft.com/office/drawing/2014/main" id="{FC28115E-F413-4211-AAB1-33E45585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9120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5" name="allocation-slot-token-1">
            <a:extLst xmlns:a="http://schemas.openxmlformats.org/drawingml/2006/main">
              <a:ext uri="{FF2B5EF4-FFF2-40B4-BE49-F238E27FC236}">
                <a16:creationId xmlns:a16="http://schemas.microsoft.com/office/drawing/2014/main" id="{8A809C25-072F-45EC-A64B-7F95AD54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6" name="allocation-slot-2">
            <a:extLst xmlns:a="http://schemas.openxmlformats.org/drawingml/2006/main">
              <a:ext uri="{FF2B5EF4-FFF2-40B4-BE49-F238E27FC236}">
                <a16:creationId xmlns:a16="http://schemas.microsoft.com/office/drawing/2014/main" id="{9AB07EAC-15EB-42BF-BF6D-C2B113B4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6267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7" name="allocation-slot-token-2">
            <a:extLst xmlns:a="http://schemas.openxmlformats.org/drawingml/2006/main">
              <a:ext uri="{FF2B5EF4-FFF2-40B4-BE49-F238E27FC236}">
                <a16:creationId xmlns:a16="http://schemas.microsoft.com/office/drawing/2014/main" id="{398464DE-900B-48D6-97F8-CA9D3C14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41433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8" name="allocation-slot-3">
            <a:extLst xmlns:a="http://schemas.openxmlformats.org/drawingml/2006/main">
              <a:ext uri="{FF2B5EF4-FFF2-40B4-BE49-F238E27FC236}">
                <a16:creationId xmlns:a16="http://schemas.microsoft.com/office/drawing/2014/main" id="{C89D51A7-1D05-413F-865F-B7CC4253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9" name="allocation-slot-token-3">
            <a:extLst xmlns:a="http://schemas.openxmlformats.org/drawingml/2006/main">
              <a:ext uri="{FF2B5EF4-FFF2-40B4-BE49-F238E27FC236}">
                <a16:creationId xmlns:a16="http://schemas.microsoft.com/office/drawing/2014/main" id="{A92EC4BB-82EE-4A71-B002-A72E7E7D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allocation-slot-4">
            <a:extLst xmlns:a="http://schemas.openxmlformats.org/drawingml/2006/main">
              <a:ext uri="{FF2B5EF4-FFF2-40B4-BE49-F238E27FC236}">
                <a16:creationId xmlns:a16="http://schemas.microsoft.com/office/drawing/2014/main" id="{90C2BD6B-6ECE-42F1-BDE1-39C9F57C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1" name="allocation-slot-token-4">
            <a:extLst xmlns:a="http://schemas.openxmlformats.org/drawingml/2006/main">
              <a:ext uri="{FF2B5EF4-FFF2-40B4-BE49-F238E27FC236}">
                <a16:creationId xmlns:a16="http://schemas.microsoft.com/office/drawing/2014/main" id="{1D7FA37D-51AB-492B-896C-030ED78D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2" name="allocation-slot-5">
            <a:extLst xmlns:a="http://schemas.openxmlformats.org/drawingml/2006/main">
              <a:ext uri="{FF2B5EF4-FFF2-40B4-BE49-F238E27FC236}">
                <a16:creationId xmlns:a16="http://schemas.microsoft.com/office/drawing/2014/main" id="{C8027854-DF4E-481B-861D-51BEE956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7710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3" name="allocation-slot-token-5">
            <a:extLst xmlns:a="http://schemas.openxmlformats.org/drawingml/2006/main">
              <a:ext uri="{FF2B5EF4-FFF2-40B4-BE49-F238E27FC236}">
                <a16:creationId xmlns:a16="http://schemas.microsoft.com/office/drawing/2014/main" id="{1B08BAC0-DC3E-471D-924D-B8BA6137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62825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allocation-slot-6">
            <a:extLst xmlns:a="http://schemas.openxmlformats.org/drawingml/2006/main">
              <a:ext uri="{FF2B5EF4-FFF2-40B4-BE49-F238E27FC236}">
                <a16:creationId xmlns:a16="http://schemas.microsoft.com/office/drawing/2014/main" id="{80AE180B-6C96-4BE5-A145-C00075EB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4857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5" name="allocation-slot-token-6">
            <a:extLst xmlns:a="http://schemas.openxmlformats.org/drawingml/2006/main">
              <a:ext uri="{FF2B5EF4-FFF2-40B4-BE49-F238E27FC236}">
                <a16:creationId xmlns:a16="http://schemas.microsoft.com/office/drawing/2014/main" id="{8B4135C3-AF8C-40A7-94FB-7B8B8265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6" name="allocation-slot-7">
            <a:extLst xmlns:a="http://schemas.openxmlformats.org/drawingml/2006/main">
              <a:ext uri="{FF2B5EF4-FFF2-40B4-BE49-F238E27FC236}">
                <a16:creationId xmlns:a16="http://schemas.microsoft.com/office/drawing/2014/main" id="{CFDFED43-3304-4BF0-ADB1-971DAB4C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7" name="allocation-slot-token-7">
            <a:extLst xmlns:a="http://schemas.openxmlformats.org/drawingml/2006/main">
              <a:ext uri="{FF2B5EF4-FFF2-40B4-BE49-F238E27FC236}">
                <a16:creationId xmlns:a16="http://schemas.microsoft.com/office/drawing/2014/main" id="{B8EFA8A8-3834-4B00-A737-E7EE470F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05775" y="41433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8" name="allocation-slot-8">
            <a:extLst xmlns:a="http://schemas.openxmlformats.org/drawingml/2006/main">
              <a:ext uri="{FF2B5EF4-FFF2-40B4-BE49-F238E27FC236}">
                <a16:creationId xmlns:a16="http://schemas.microsoft.com/office/drawing/2014/main" id="{0D610E69-9A3B-4A6F-B716-BBB7B02A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9152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9" name="allocation-slot-token-8">
            <a:extLst xmlns:a="http://schemas.openxmlformats.org/drawingml/2006/main">
              <a:ext uri="{FF2B5EF4-FFF2-40B4-BE49-F238E27FC236}">
                <a16:creationId xmlns:a16="http://schemas.microsoft.com/office/drawing/2014/main" id="{BD8DF7BF-4C57-4A1F-BAD5-558E28A6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allocation-capacity-bracket">
            <a:extLst xmlns:a="http://schemas.openxmlformats.org/drawingml/2006/main">
              <a:ext uri="{FF2B5EF4-FFF2-40B4-BE49-F238E27FC236}">
                <a16:creationId xmlns:a16="http://schemas.microsoft.com/office/drawing/2014/main" id="{C66087E8-BF1D-40FA-BEAD-6530B241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552950"/>
            <a:ext cx="29432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C9A64A4-2417-42FF-8C16-7B10E173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4958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960C9BC-B2B6-49FA-AADF-99EFAF10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34425" y="44958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3" name="allocation-capacity-label">
            <a:extLst xmlns:a="http://schemas.openxmlformats.org/drawingml/2006/main">
              <a:ext uri="{FF2B5EF4-FFF2-40B4-BE49-F238E27FC236}">
                <a16:creationId xmlns:a16="http://schemas.microsoft.com/office/drawing/2014/main" id="{AC9DE24B-77AF-4E91-8A32-92F3D676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57200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Fixed capacity</a:t>
            </a:r>
          </a:p>
        </p:txBody>
      </p:sp>
      <p:sp>
        <p:nvSpPr>
          <p:cNvPr id="94" name="allocation-note">
            <a:extLst xmlns:a="http://schemas.openxmlformats.org/drawingml/2006/main">
              <a:ext uri="{FF2B5EF4-FFF2-40B4-BE49-F238E27FC236}">
                <a16:creationId xmlns:a16="http://schemas.microsoft.com/office/drawing/2014/main" id="{D0F57C99-79CC-401A-B454-A02512BD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4714875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685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Deduplicate before fill; unused reserve capacity returns to the global order.</a:t>
            </a:r>
          </a:p>
        </p:txBody>
      </p:sp>
      <p:sp>
        <p:nvSpPr>
          <p:cNvPr id="95" name="output-heading">
            <a:extLst xmlns:a="http://schemas.openxmlformats.org/drawingml/2006/main">
              <a:ext uri="{FF2B5EF4-FFF2-40B4-BE49-F238E27FC236}">
                <a16:creationId xmlns:a16="http://schemas.microsoft.com/office/drawing/2014/main" id="{8EA0717F-460D-4B9F-80BD-11783F16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1428750"/>
            <a:ext cx="156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Queue result</a:t>
            </a:r>
          </a:p>
        </p:txBody>
      </p:sp>
      <p:sp>
        <p:nvSpPr>
          <p:cNvPr id="96" name="output-caption">
            <a:extLst xmlns:a="http://schemas.openxmlformats.org/drawingml/2006/main">
              <a:ext uri="{FF2B5EF4-FFF2-40B4-BE49-F238E27FC236}">
                <a16:creationId xmlns:a16="http://schemas.microsoft.com/office/drawing/2014/main" id="{7C257B9D-1F6D-435D-8D50-7CE06568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17716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Selected IDs and slot ledger</a:t>
            </a:r>
          </a:p>
        </p:txBody>
      </p:sp>
      <p:sp>
        <p:nvSpPr>
          <p:cNvPr id="97" name="queue-result-ledger">
            <a:extLst xmlns:a="http://schemas.openxmlformats.org/drawingml/2006/main">
              <a:ext uri="{FF2B5EF4-FFF2-40B4-BE49-F238E27FC236}">
                <a16:creationId xmlns:a16="http://schemas.microsoft.com/office/drawing/2014/main" id="{86CBFDA0-D2BD-4595-8E34-67C3823E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2209800"/>
            <a:ext cx="1562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98" name="queue-result-header">
            <a:extLst xmlns:a="http://schemas.openxmlformats.org/drawingml/2006/main">
              <a:ext uri="{FF2B5EF4-FFF2-40B4-BE49-F238E27FC236}">
                <a16:creationId xmlns:a16="http://schemas.microsoft.com/office/drawing/2014/main" id="{1B0BCDBD-7D10-43E1-919E-5875A9E7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20300" y="2209800"/>
            <a:ext cx="156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AF3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99" name="queue-result-title">
            <a:extLst xmlns:a="http://schemas.openxmlformats.org/drawingml/2006/main">
              <a:ext uri="{FF2B5EF4-FFF2-40B4-BE49-F238E27FC236}">
                <a16:creationId xmlns:a16="http://schemas.microsoft.com/office/drawing/2014/main" id="{90096A99-EA34-4EC4-89E0-BBFF5FCD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22479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Queue result</a:t>
            </a:r>
          </a:p>
        </p:txBody>
      </p:sp>
      <p:sp>
        <p:nvSpPr>
          <p:cNvPr id="100" name="selected-ids-label">
            <a:extLst xmlns:a="http://schemas.openxmlformats.org/drawingml/2006/main">
              <a:ext uri="{FF2B5EF4-FFF2-40B4-BE49-F238E27FC236}">
                <a16:creationId xmlns:a16="http://schemas.microsoft.com/office/drawing/2014/main" id="{9F28E7FE-2D67-4457-A60F-D6032E89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26670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Selected IDs</a:t>
            </a:r>
          </a:p>
        </p:txBody>
      </p:sp>
      <p:sp>
        <p:nvSpPr>
          <p:cNvPr id="101" name="result-token-1">
            <a:extLst xmlns:a="http://schemas.openxmlformats.org/drawingml/2006/main">
              <a:ext uri="{FF2B5EF4-FFF2-40B4-BE49-F238E27FC236}">
                <a16:creationId xmlns:a16="http://schemas.microsoft.com/office/drawing/2014/main" id="{0B3DF968-25EE-4502-B12A-A283BA5C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25100" y="2971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2" name="result-token-2">
            <a:extLst xmlns:a="http://schemas.openxmlformats.org/drawingml/2006/main">
              <a:ext uri="{FF2B5EF4-FFF2-40B4-BE49-F238E27FC236}">
                <a16:creationId xmlns:a16="http://schemas.microsoft.com/office/drawing/2014/main" id="{DB609C8D-3C58-4612-962C-8F65B0AB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91800" y="2971800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3" name="result-token-3">
            <a:extLst xmlns:a="http://schemas.openxmlformats.org/drawingml/2006/main">
              <a:ext uri="{FF2B5EF4-FFF2-40B4-BE49-F238E27FC236}">
                <a16:creationId xmlns:a16="http://schemas.microsoft.com/office/drawing/2014/main" id="{713DA1B2-240A-4AED-A155-D921A4EB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58500" y="29718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result-token-4">
            <a:extLst xmlns:a="http://schemas.openxmlformats.org/drawingml/2006/main">
              <a:ext uri="{FF2B5EF4-FFF2-40B4-BE49-F238E27FC236}">
                <a16:creationId xmlns:a16="http://schemas.microsoft.com/office/drawing/2014/main" id="{CB8B257A-4701-49B7-82F3-21EB2304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25200" y="2971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5" name="result-divider">
            <a:extLst xmlns:a="http://schemas.openxmlformats.org/drawingml/2006/main">
              <a:ext uri="{FF2B5EF4-FFF2-40B4-BE49-F238E27FC236}">
                <a16:creationId xmlns:a16="http://schemas.microsoft.com/office/drawing/2014/main" id="{752490EE-569C-47EB-85B1-FF29A078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134600" y="3267075"/>
            <a:ext cx="133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06" name="ledger-slot-header">
            <a:extLst xmlns:a="http://schemas.openxmlformats.org/drawingml/2006/main">
              <a:ext uri="{FF2B5EF4-FFF2-40B4-BE49-F238E27FC236}">
                <a16:creationId xmlns:a16="http://schemas.microsoft.com/office/drawing/2014/main" id="{635346AA-02B3-48C3-ABAF-5FBE6CED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53650" y="33432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Slot</a:t>
            </a:r>
          </a:p>
        </p:txBody>
      </p:sp>
      <p:sp>
        <p:nvSpPr>
          <p:cNvPr id="107" name="ledger-source-header">
            <a:extLst xmlns:a="http://schemas.openxmlformats.org/drawingml/2006/main">
              <a:ext uri="{FF2B5EF4-FFF2-40B4-BE49-F238E27FC236}">
                <a16:creationId xmlns:a16="http://schemas.microsoft.com/office/drawing/2014/main" id="{987974F4-770D-4066-B3A8-7CB3F080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25150" y="334327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8" name="ledger-slot-1">
            <a:extLst xmlns:a="http://schemas.openxmlformats.org/drawingml/2006/main">
              <a:ext uri="{FF2B5EF4-FFF2-40B4-BE49-F238E27FC236}">
                <a16:creationId xmlns:a16="http://schemas.microsoft.com/office/drawing/2014/main" id="{180D0673-25F4-4B1B-A525-C2FCC48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53650" y="3600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9" name="ledger-source-1">
            <a:extLst xmlns:a="http://schemas.openxmlformats.org/drawingml/2006/main">
              <a:ext uri="{FF2B5EF4-FFF2-40B4-BE49-F238E27FC236}">
                <a16:creationId xmlns:a16="http://schemas.microsoft.com/office/drawing/2014/main" id="{FFFA4EC2-3094-475A-A846-AC7E14DF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25150" y="36004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</a:t>
            </a:r>
          </a:p>
        </p:txBody>
      </p:sp>
      <p:sp>
        <p:nvSpPr>
          <p:cNvPr id="110" name="contract-divider">
            <a:extLst xmlns:a="http://schemas.openxmlformats.org/drawingml/2006/main">
              <a:ext uri="{FF2B5EF4-FFF2-40B4-BE49-F238E27FC236}">
                <a16:creationId xmlns:a16="http://schemas.microsoft.com/office/drawing/2014/main" id="{CD151488-93EB-4492-80A3-EE96E898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516255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111" name="contract-heading">
            <a:extLst xmlns:a="http://schemas.openxmlformats.org/drawingml/2006/main">
              <a:ext uri="{FF2B5EF4-FFF2-40B4-BE49-F238E27FC236}">
                <a16:creationId xmlns:a16="http://schemas.microsoft.com/office/drawing/2014/main" id="{49550682-ACA6-46E3-B75E-090147C9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238750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Selection contract</a:t>
            </a:r>
          </a:p>
        </p:txBody>
      </p:sp>
      <p:sp>
        <p:nvSpPr>
          <p:cNvPr id="112" name="contract-copy">
            <a:extLst xmlns:a="http://schemas.openxmlformats.org/drawingml/2006/main">
              <a:ext uri="{FF2B5EF4-FFF2-40B4-BE49-F238E27FC236}">
                <a16:creationId xmlns:a16="http://schemas.microsoft.com/office/drawing/2014/main" id="{487284AA-CB01-47F5-8F0C-7C98A666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4768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Fixed capacity | stable ties | no duplicate slots | complete assignment ledger</a:t>
            </a:r>
          </a:p>
        </p:txBody>
      </p:sp>
      <p:sp>
        <p:nvSpPr>
          <p:cNvPr id="113" name="scope-boundary">
            <a:extLst xmlns:a="http://schemas.openxmlformats.org/drawingml/2006/main">
              <a:ext uri="{FF2B5EF4-FFF2-40B4-BE49-F238E27FC236}">
                <a16:creationId xmlns:a16="http://schemas.microsoft.com/office/drawing/2014/main" id="{161E7BDD-F77F-421C-A04A-D03B9E18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734050"/>
            <a:ext cx="1112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The package governs access to review capacity; it does not interpret the underlying evidence.</a:t>
            </a:r>
          </a:p>
        </p:txBody>
      </p:sp>
    </p:spTree>
    <p:extLst>
      <p:ext uri="{BB962C8B-B14F-4D97-AF65-F5344CB8AC3E}">
        <p14:creationId xmlns:p14="http://schemas.microsoft.com/office/powerpoint/2010/main" val="11554854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2026-07-22T02:09:44.0930000Z</dcterms:created>
  <dcterms:modified xsi:type="dcterms:W3CDTF">2026-07-22T02:09:44.0930000Z</dcterms:modified>
</coreProperties>
</file>