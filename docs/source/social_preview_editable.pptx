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5682effac745a2" /><Relationship Type="http://schemas.openxmlformats.org/officeDocument/2006/relationships/extended-properties" Target="/docProps/app.xml" Id="Ra054d87ea27d496b" /><Relationship Type="http://schemas.openxmlformats.org/officeDocument/2006/relationships/officeDocument" Target="/ppt/presentation.xml" Id="R53199399444d46a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42bb70c5ab4782"/>
  </p:sldMasterIdLst>
  <p:notesMasterIdLst>
    <p:notesMasterId xmlns:r="http://schemas.openxmlformats.org/officeDocument/2006/relationships" r:id="R5eef95455b1643a6"/>
  </p:notesMasterIdLst>
  <p:sldIdLst>
    <p:sldId xmlns:r="http://schemas.openxmlformats.org/officeDocument/2006/relationships" id="256" r:id="R12d7fd496849431e"/>
  </p:sldIdLst>
  <p:sldSz cx="12192000" cy="6096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801d10a85d34949" /><Relationship Type="http://schemas.openxmlformats.org/officeDocument/2006/relationships/slideMaster" Target="/ppt/slideMasters/slideMaster1.xml" Id="R8f42bb70c5ab4782" /><Relationship Type="http://schemas.openxmlformats.org/officeDocument/2006/relationships/notesMaster" Target="/ppt/notesMasters/notesMaster1.xml" Id="R5eef95455b1643a6" /><Relationship Type="http://schemas.openxmlformats.org/officeDocument/2006/relationships/presProps" Target="/ppt/presProps.xml" Id="R367869397d1a4b3d" /><Relationship Type="http://schemas.openxmlformats.org/officeDocument/2006/relationships/tableStyles" Target="/ppt/tableStyles.xml" Id="R652d58c7c54b4ca2" /><Relationship Type="http://schemas.openxmlformats.org/officeDocument/2006/relationships/slide" Target="/ppt/slides/slide1.xml" Id="R12d7fd49684943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fbec41adf543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ecfd087798490b" /><Relationship Type="http://schemas.openxmlformats.org/officeDocument/2006/relationships/notesMaster" Target="/ppt/notesMasters/notesMaster1.xml" Id="Rc73f558de9e849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43ff464f5d4a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8885b849a44753" /><Relationship Type="http://schemas.openxmlformats.org/officeDocument/2006/relationships/slideLayout" Target="/ppt/slideLayouts/slideLayout1.xml" Id="Rbd3834bf0bd045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3834bf0bd045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239a14b585409b" /><Relationship Type="http://schemas.openxmlformats.org/officeDocument/2006/relationships/notesSlide" Target="/ppt/notesSlides/notesSlide1.xml" Id="R39650718179e4a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social-accent-bar">
            <a:extLst xmlns:a="http://schemas.openxmlformats.org/drawingml/2006/main">
              <a:ext uri="{FF2B5EF4-FFF2-40B4-BE49-F238E27FC236}">
                <a16:creationId xmlns:a16="http://schemas.microsoft.com/office/drawing/2014/main" id="{86D35157-2C3B-42F8-AF1C-5879CFD9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33350" cy="609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8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cial-title">
            <a:extLst xmlns:a="http://schemas.openxmlformats.org/drawingml/2006/main">
              <a:ext uri="{FF2B5EF4-FFF2-40B4-BE49-F238E27FC236}">
                <a16:creationId xmlns:a16="http://schemas.microsoft.com/office/drawing/2014/main" id="{E2798445-AE17-4C5F-B04E-BCAAE37D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666750"/>
            <a:ext cx="5143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Governed review</a:t>
            </a:r>
          </a:p>
          <a:p xmlns:a="http://schemas.openxmlformats.org/drawingml/2006/main">
            <a:pPr algn="l">
              <a:defRPr sz="39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queues</a:t>
            </a:r>
          </a:p>
        </p:txBody>
      </p:sp>
      <p:sp>
        <p:nvSpPr>
          <p:cNvPr id="3" name="social-subtitle">
            <a:extLst xmlns:a="http://schemas.openxmlformats.org/drawingml/2006/main">
              <a:ext uri="{FF2B5EF4-FFF2-40B4-BE49-F238E27FC236}">
                <a16:creationId xmlns:a16="http://schemas.microsoft.com/office/drawing/2014/main" id="{E48DB24E-B72B-4358-B7CE-C8953E06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381250"/>
            <a:ext cx="4953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Deterministic, fixed-capacity selection for multipathogen wastewater surveillance.</a:t>
            </a:r>
          </a:p>
        </p:txBody>
      </p:sp>
      <p:sp>
        <p:nvSpPr>
          <p:cNvPr id="4" name="social-repo">
            <a:extLst xmlns:a="http://schemas.openxmlformats.org/drawingml/2006/main">
              <a:ext uri="{FF2B5EF4-FFF2-40B4-BE49-F238E27FC236}">
                <a16:creationId xmlns:a16="http://schemas.microsoft.com/office/drawing/2014/main" id="{0D51DA64-E05B-4DA2-90CA-6CCA976C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524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6355F"/>
                </a:solidFill>
                <a:latin typeface="Arial"/>
                <a:ea typeface="Arial"/>
                <a:cs typeface="Arial"/>
              </a:rPr>
              <a:t>github.com/SiqiLi77/governed-wastewater-review-queues</a:t>
            </a:r>
          </a:p>
        </p:txBody>
      </p:sp>
      <p:sp>
        <p:nvSpPr>
          <p:cNvPr id="5" name="social-flow-heading">
            <a:extLst xmlns:a="http://schemas.openxmlformats.org/drawingml/2006/main">
              <a:ext uri="{FF2B5EF4-FFF2-40B4-BE49-F238E27FC236}">
                <a16:creationId xmlns:a16="http://schemas.microsoft.com/office/drawing/2014/main" id="{56786FC8-21D1-4925-9CA6-41F55DB3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762000"/>
            <a:ext cx="4057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Selection contract</a:t>
            </a:r>
          </a:p>
        </p:txBody>
      </p:sp>
      <p:sp>
        <p:nvSpPr>
          <p:cNvPr id="6" name="social-flow-rule">
            <a:extLst xmlns:a="http://schemas.openxmlformats.org/drawingml/2006/main">
              <a:ext uri="{FF2B5EF4-FFF2-40B4-BE49-F238E27FC236}">
                <a16:creationId xmlns:a16="http://schemas.microsoft.com/office/drawing/2014/main" id="{C19283FE-C11D-4DA7-AFEA-5F1D964B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05600" y="1143000"/>
            <a:ext cx="4057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AD3D4"/>
            </a:solidFill>
            <a:prstDash val="solid"/>
          </a:ln>
        </p:spPr>
      </p:sp>
      <p:sp>
        <p:nvSpPr>
          <p:cNvPr id="7" name="social-arrow-1">
            <a:extLst xmlns:a="http://schemas.openxmlformats.org/drawingml/2006/main">
              <a:ext uri="{FF2B5EF4-FFF2-40B4-BE49-F238E27FC236}">
                <a16:creationId xmlns:a16="http://schemas.microsoft.com/office/drawing/2014/main" id="{4AEFE8D2-62DF-44F4-9F62-0F44FB8A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150" y="2419350"/>
            <a:ext cx="400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ocial-arrow-2">
            <a:extLst xmlns:a="http://schemas.openxmlformats.org/drawingml/2006/main">
              <a:ext uri="{FF2B5EF4-FFF2-40B4-BE49-F238E27FC236}">
                <a16:creationId xmlns:a16="http://schemas.microsoft.com/office/drawing/2014/main" id="{B357613B-D11E-454F-BAE2-98E72FAC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82100" y="2419350"/>
            <a:ext cx="400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ocial-candidate-sheet">
            <a:extLst xmlns:a="http://schemas.openxmlformats.org/drawingml/2006/main">
              <a:ext uri="{FF2B5EF4-FFF2-40B4-BE49-F238E27FC236}">
                <a16:creationId xmlns:a16="http://schemas.microsoft.com/office/drawing/2014/main" id="{D24E28F8-1FE4-4F37-B4D8-46F09AB5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1714500"/>
            <a:ext cx="9525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26355F"/>
            </a:solidFill>
            <a:prstDash val="solid"/>
          </a:ln>
        </p:spPr>
      </p:sp>
      <p:sp>
        <p:nvSpPr>
          <p:cNvPr id="10" name="social-candidate-header">
            <a:extLst xmlns:a="http://schemas.openxmlformats.org/drawingml/2006/main">
              <a:ext uri="{FF2B5EF4-FFF2-40B4-BE49-F238E27FC236}">
                <a16:creationId xmlns:a16="http://schemas.microsoft.com/office/drawing/2014/main" id="{5D06D578-A20B-42A2-83F3-BA94A8854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1714500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11" name="social-candidate-1">
            <a:extLst xmlns:a="http://schemas.openxmlformats.org/drawingml/2006/main">
              <a:ext uri="{FF2B5EF4-FFF2-40B4-BE49-F238E27FC236}">
                <a16:creationId xmlns:a16="http://schemas.microsoft.com/office/drawing/2014/main" id="{1F80EC94-0BE8-4A64-BFFA-F1CDDAC2E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1717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ocial-candidate-line-1">
            <a:extLst xmlns:a="http://schemas.openxmlformats.org/drawingml/2006/main">
              <a:ext uri="{FF2B5EF4-FFF2-40B4-BE49-F238E27FC236}">
                <a16:creationId xmlns:a16="http://schemas.microsoft.com/office/drawing/2014/main" id="{CF0423BE-88CE-49B4-812D-5653A342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43750" y="2257425"/>
            <a:ext cx="342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13" name="social-candidate-2">
            <a:extLst xmlns:a="http://schemas.openxmlformats.org/drawingml/2006/main">
              <a:ext uri="{FF2B5EF4-FFF2-40B4-BE49-F238E27FC236}">
                <a16:creationId xmlns:a16="http://schemas.microsoft.com/office/drawing/2014/main" id="{DD83CF19-A3AD-4D23-BFD8-CB42A250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533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4" name="social-candidate-line-2">
            <a:extLst xmlns:a="http://schemas.openxmlformats.org/drawingml/2006/main">
              <a:ext uri="{FF2B5EF4-FFF2-40B4-BE49-F238E27FC236}">
                <a16:creationId xmlns:a16="http://schemas.microsoft.com/office/drawing/2014/main" id="{774C598A-1E67-4AAF-BFF4-D9B86CA9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43750" y="2619375"/>
            <a:ext cx="342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15" name="social-candidate-3">
            <a:extLst xmlns:a="http://schemas.openxmlformats.org/drawingml/2006/main">
              <a:ext uri="{FF2B5EF4-FFF2-40B4-BE49-F238E27FC236}">
                <a16:creationId xmlns:a16="http://schemas.microsoft.com/office/drawing/2014/main" id="{C1D66C61-164B-4A7A-8D03-999E30A7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895600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6" name="social-candidate-line-3">
            <a:extLst xmlns:a="http://schemas.openxmlformats.org/drawingml/2006/main">
              <a:ext uri="{FF2B5EF4-FFF2-40B4-BE49-F238E27FC236}">
                <a16:creationId xmlns:a16="http://schemas.microsoft.com/office/drawing/2014/main" id="{4D3BDA70-3BAC-431C-A11B-516554A4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43750" y="2981325"/>
            <a:ext cx="342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17" name="social-fixed-label">
            <a:extLst xmlns:a="http://schemas.openxmlformats.org/drawingml/2006/main">
              <a:ext uri="{FF2B5EF4-FFF2-40B4-BE49-F238E27FC236}">
                <a16:creationId xmlns:a16="http://schemas.microsoft.com/office/drawing/2014/main" id="{E5C9372D-904F-4912-BDD3-33319452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43875" y="1943100"/>
            <a:ext cx="981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FIXED</a:t>
            </a:r>
          </a:p>
        </p:txBody>
      </p:sp>
      <p:sp>
        <p:nvSpPr>
          <p:cNvPr id="18" name="social-slot-1">
            <a:extLst xmlns:a="http://schemas.openxmlformats.org/drawingml/2006/main">
              <a:ext uri="{FF2B5EF4-FFF2-40B4-BE49-F238E27FC236}">
                <a16:creationId xmlns:a16="http://schemas.microsoft.com/office/drawing/2014/main" id="{E6099278-8879-414E-90C5-4B5FD60D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22669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3335">
            <a:solidFill>
              <a:srgbClr val="26785F"/>
            </a:solidFill>
            <a:prstDash val="solid"/>
          </a:ln>
        </p:spPr>
      </p:sp>
      <p:sp>
        <p:nvSpPr>
          <p:cNvPr id="19" name="social-slot-token-1">
            <a:extLst xmlns:a="http://schemas.openxmlformats.org/drawingml/2006/main">
              <a:ext uri="{FF2B5EF4-FFF2-40B4-BE49-F238E27FC236}">
                <a16:creationId xmlns:a16="http://schemas.microsoft.com/office/drawing/2014/main" id="{22ED2FC1-E0D4-4449-9C26-1FB2F17E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67700" y="24003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20" name="social-slot-2">
            <a:extLst xmlns:a="http://schemas.openxmlformats.org/drawingml/2006/main">
              <a:ext uri="{FF2B5EF4-FFF2-40B4-BE49-F238E27FC236}">
                <a16:creationId xmlns:a16="http://schemas.microsoft.com/office/drawing/2014/main" id="{B3FB0FAA-77A2-4DD9-9907-BA653DBFE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48700" y="22669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3335">
            <a:solidFill>
              <a:srgbClr val="26785F"/>
            </a:solidFill>
            <a:prstDash val="solid"/>
          </a:ln>
        </p:spPr>
      </p:sp>
      <p:sp>
        <p:nvSpPr>
          <p:cNvPr id="21" name="social-slot-token-2">
            <a:extLst xmlns:a="http://schemas.openxmlformats.org/drawingml/2006/main">
              <a:ext uri="{FF2B5EF4-FFF2-40B4-BE49-F238E27FC236}">
                <a16:creationId xmlns:a16="http://schemas.microsoft.com/office/drawing/2014/main" id="{DD4CEAFD-3736-4929-AA08-DA33DF77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82050" y="2400300"/>
            <a:ext cx="190500" cy="1905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22" name="social-slot-3">
            <a:extLst xmlns:a="http://schemas.openxmlformats.org/drawingml/2006/main">
              <a:ext uri="{FF2B5EF4-FFF2-40B4-BE49-F238E27FC236}">
                <a16:creationId xmlns:a16="http://schemas.microsoft.com/office/drawing/2014/main" id="{F803E0C4-EB6B-42EC-B8BC-BEA64A17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27813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23" name="social-slot-token-3">
            <a:extLst xmlns:a="http://schemas.openxmlformats.org/drawingml/2006/main">
              <a:ext uri="{FF2B5EF4-FFF2-40B4-BE49-F238E27FC236}">
                <a16:creationId xmlns:a16="http://schemas.microsoft.com/office/drawing/2014/main" id="{064E5667-EA48-4176-A8E3-BF68FD7E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67700" y="29146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social-slot-4">
            <a:extLst xmlns:a="http://schemas.openxmlformats.org/drawingml/2006/main">
              <a:ext uri="{FF2B5EF4-FFF2-40B4-BE49-F238E27FC236}">
                <a16:creationId xmlns:a16="http://schemas.microsoft.com/office/drawing/2014/main" id="{E4AEC0E9-EEBC-419C-B487-48F5301F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48700" y="27813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25" name="social-slot-token-4">
            <a:extLst xmlns:a="http://schemas.openxmlformats.org/drawingml/2006/main">
              <a:ext uri="{FF2B5EF4-FFF2-40B4-BE49-F238E27FC236}">
                <a16:creationId xmlns:a16="http://schemas.microsoft.com/office/drawing/2014/main" id="{5D0EFF2E-D59F-42C8-90EB-A915E116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82050" y="29146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26" name="social-ledger">
            <a:extLst xmlns:a="http://schemas.openxmlformats.org/drawingml/2006/main">
              <a:ext uri="{FF2B5EF4-FFF2-40B4-BE49-F238E27FC236}">
                <a16:creationId xmlns:a16="http://schemas.microsoft.com/office/drawing/2014/main" id="{1328D2D4-3BB6-4B30-BE74-6AE6C32E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1714500"/>
            <a:ext cx="1162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26355F"/>
            </a:solidFill>
            <a:prstDash val="solid"/>
          </a:ln>
        </p:spPr>
      </p:sp>
      <p:sp>
        <p:nvSpPr>
          <p:cNvPr id="27" name="social-ledger-header">
            <a:extLst xmlns:a="http://schemas.openxmlformats.org/drawingml/2006/main">
              <a:ext uri="{FF2B5EF4-FFF2-40B4-BE49-F238E27FC236}">
                <a16:creationId xmlns:a16="http://schemas.microsoft.com/office/drawing/2014/main" id="{5F07399E-E3EC-447B-AB6A-F29B1096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1714500"/>
            <a:ext cx="1162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AF3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28" name="social-ledger-check-1-circle">
            <a:extLst xmlns:a="http://schemas.openxmlformats.org/drawingml/2006/main">
              <a:ext uri="{FF2B5EF4-FFF2-40B4-BE49-F238E27FC236}">
                <a16:creationId xmlns:a16="http://schemas.microsoft.com/office/drawing/2014/main" id="{A378F2B9-0D8C-4752-8444-0C83741A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2171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6785F"/>
            </a:solidFill>
            <a:prstDash val="solid"/>
          </a:ln>
        </p:spPr>
      </p:sp>
      <p:sp>
        <p:nvSpPr>
          <p:cNvPr id="29" name="social-ledger-check-1-left">
            <a:extLst xmlns:a="http://schemas.openxmlformats.org/drawingml/2006/main">
              <a:ext uri="{FF2B5EF4-FFF2-40B4-BE49-F238E27FC236}">
                <a16:creationId xmlns:a16="http://schemas.microsoft.com/office/drawing/2014/main" id="{C0F4CAB8-E71D-464B-905A-DD4ED67E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801225" y="2266950"/>
            <a:ext cx="38100" cy="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0" name="social-ledger-check-1-right">
            <a:extLst xmlns:a="http://schemas.openxmlformats.org/drawingml/2006/main">
              <a:ext uri="{FF2B5EF4-FFF2-40B4-BE49-F238E27FC236}">
                <a16:creationId xmlns:a16="http://schemas.microsoft.com/office/drawing/2014/main" id="{7BE3608B-DCE6-4863-AB7D-44D91340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839325" y="2228850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1" name="social-ledger-line-1">
            <a:extLst xmlns:a="http://schemas.openxmlformats.org/drawingml/2006/main">
              <a:ext uri="{FF2B5EF4-FFF2-40B4-BE49-F238E27FC236}">
                <a16:creationId xmlns:a16="http://schemas.microsoft.com/office/drawing/2014/main" id="{8576CF4A-2C01-40B4-8696-5DB6D5CB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029825" y="2266950"/>
            <a:ext cx="5619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32" name="social-ledger-check-2-circle">
            <a:extLst xmlns:a="http://schemas.openxmlformats.org/drawingml/2006/main">
              <a:ext uri="{FF2B5EF4-FFF2-40B4-BE49-F238E27FC236}">
                <a16:creationId xmlns:a16="http://schemas.microsoft.com/office/drawing/2014/main" id="{A0FEF091-BA06-48BD-8BFD-D358587B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25431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6785F"/>
            </a:solidFill>
            <a:prstDash val="solid"/>
          </a:ln>
        </p:spPr>
      </p:sp>
      <p:sp>
        <p:nvSpPr>
          <p:cNvPr id="33" name="social-ledger-check-2-left">
            <a:extLst xmlns:a="http://schemas.openxmlformats.org/drawingml/2006/main">
              <a:ext uri="{FF2B5EF4-FFF2-40B4-BE49-F238E27FC236}">
                <a16:creationId xmlns:a16="http://schemas.microsoft.com/office/drawing/2014/main" id="{3456FB67-444E-4228-8029-53342188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801225" y="2638425"/>
            <a:ext cx="38100" cy="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4" name="social-ledger-check-2-right">
            <a:extLst xmlns:a="http://schemas.openxmlformats.org/drawingml/2006/main">
              <a:ext uri="{FF2B5EF4-FFF2-40B4-BE49-F238E27FC236}">
                <a16:creationId xmlns:a16="http://schemas.microsoft.com/office/drawing/2014/main" id="{98262458-5C4F-44F8-9297-22D6BE39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839325" y="2600325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5" name="social-ledger-line-2">
            <a:extLst xmlns:a="http://schemas.openxmlformats.org/drawingml/2006/main">
              <a:ext uri="{FF2B5EF4-FFF2-40B4-BE49-F238E27FC236}">
                <a16:creationId xmlns:a16="http://schemas.microsoft.com/office/drawing/2014/main" id="{486721BC-3532-4ADE-88DF-D80C83C42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029825" y="2638425"/>
            <a:ext cx="5619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36" name="social-ledger-check-3-circle">
            <a:extLst xmlns:a="http://schemas.openxmlformats.org/drawingml/2006/main">
              <a:ext uri="{FF2B5EF4-FFF2-40B4-BE49-F238E27FC236}">
                <a16:creationId xmlns:a16="http://schemas.microsoft.com/office/drawing/2014/main" id="{44A53FBB-60F6-44B7-9826-18AD40C7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29146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6785F"/>
            </a:solidFill>
            <a:prstDash val="solid"/>
          </a:ln>
        </p:spPr>
      </p:sp>
      <p:sp>
        <p:nvSpPr>
          <p:cNvPr id="37" name="social-ledger-check-3-left">
            <a:extLst xmlns:a="http://schemas.openxmlformats.org/drawingml/2006/main">
              <a:ext uri="{FF2B5EF4-FFF2-40B4-BE49-F238E27FC236}">
                <a16:creationId xmlns:a16="http://schemas.microsoft.com/office/drawing/2014/main" id="{BEFDE19A-1455-4367-B6EC-2599F8DC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801225" y="3009900"/>
            <a:ext cx="38100" cy="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8" name="social-ledger-check-3-right">
            <a:extLst xmlns:a="http://schemas.openxmlformats.org/drawingml/2006/main">
              <a:ext uri="{FF2B5EF4-FFF2-40B4-BE49-F238E27FC236}">
                <a16:creationId xmlns:a16="http://schemas.microsoft.com/office/drawing/2014/main" id="{1FBD93CA-C680-43DA-A615-1190B307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839325" y="2971800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9" name="social-ledger-line-3">
            <a:extLst xmlns:a="http://schemas.openxmlformats.org/drawingml/2006/main">
              <a:ext uri="{FF2B5EF4-FFF2-40B4-BE49-F238E27FC236}">
                <a16:creationId xmlns:a16="http://schemas.microsoft.com/office/drawing/2014/main" id="{4A2FA8D4-A4D2-46F5-B208-A285C45B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029825" y="3009900"/>
            <a:ext cx="5619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40" name="social-candidates-label">
            <a:extLst xmlns:a="http://schemas.openxmlformats.org/drawingml/2006/main">
              <a:ext uri="{FF2B5EF4-FFF2-40B4-BE49-F238E27FC236}">
                <a16:creationId xmlns:a16="http://schemas.microsoft.com/office/drawing/2014/main" id="{DF80B07F-FF72-44EF-93EB-22A87C60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34766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ranked candidates</a:t>
            </a:r>
          </a:p>
        </p:txBody>
      </p:sp>
      <p:sp>
        <p:nvSpPr>
          <p:cNvPr id="41" name="social-queue-label">
            <a:extLst xmlns:a="http://schemas.openxmlformats.org/drawingml/2006/main">
              <a:ext uri="{FF2B5EF4-FFF2-40B4-BE49-F238E27FC236}">
                <a16:creationId xmlns:a16="http://schemas.microsoft.com/office/drawing/2014/main" id="{46EF49D1-16EB-4241-93AB-A85A249FF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3476625"/>
            <a:ext cx="990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fixed queue</a:t>
            </a:r>
          </a:p>
        </p:txBody>
      </p:sp>
      <p:sp>
        <p:nvSpPr>
          <p:cNvPr id="42" name="social-ledger-label">
            <a:extLst xmlns:a="http://schemas.openxmlformats.org/drawingml/2006/main">
              <a:ext uri="{FF2B5EF4-FFF2-40B4-BE49-F238E27FC236}">
                <a16:creationId xmlns:a16="http://schemas.microsoft.com/office/drawing/2014/main" id="{2D51C24E-DC79-48B9-88F3-64AE90FE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3476625"/>
            <a:ext cx="1162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765A8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65A8D"/>
                </a:solidFill>
                <a:latin typeface="Arial"/>
                <a:ea typeface="Arial"/>
                <a:cs typeface="Arial"/>
              </a:rPr>
              <a:t>slot ledger</a:t>
            </a:r>
          </a:p>
        </p:txBody>
      </p:sp>
      <p:sp>
        <p:nvSpPr>
          <p:cNvPr id="43" name="social-method-line">
            <a:extLst xmlns:a="http://schemas.openxmlformats.org/drawingml/2006/main">
              <a:ext uri="{FF2B5EF4-FFF2-40B4-BE49-F238E27FC236}">
                <a16:creationId xmlns:a16="http://schemas.microsoft.com/office/drawing/2014/main" id="{B4B8E1CE-6398-439B-9030-67EACE48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58075" y="417195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reserve -&gt; deduplicate -&gt; fill</a:t>
            </a:r>
          </a:p>
        </p:txBody>
      </p:sp>
      <p:sp>
        <p:nvSpPr>
          <p:cNvPr id="44" name="social-footer-divider">
            <a:extLst xmlns:a="http://schemas.openxmlformats.org/drawingml/2006/main">
              <a:ext uri="{FF2B5EF4-FFF2-40B4-BE49-F238E27FC236}">
                <a16:creationId xmlns:a16="http://schemas.microsoft.com/office/drawing/2014/main" id="{8C22B69C-BCD0-4B43-A494-2697ACD9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6750" y="4572000"/>
            <a:ext cx="48958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AD3D4"/>
            </a:solidFill>
            <a:prstDash val="solid"/>
          </a:ln>
        </p:spPr>
      </p:sp>
      <p:sp>
        <p:nvSpPr>
          <p:cNvPr id="45" name="social-contract-line">
            <a:extLst xmlns:a="http://schemas.openxmlformats.org/drawingml/2006/main">
              <a:ext uri="{FF2B5EF4-FFF2-40B4-BE49-F238E27FC236}">
                <a16:creationId xmlns:a16="http://schemas.microsoft.com/office/drawing/2014/main" id="{7A37CE54-4639-428B-B4BE-D6606F24A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7434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Stable ties | Fixed capacity | Explicit reserves | Audit ledger</a:t>
            </a:r>
          </a:p>
        </p:txBody>
      </p:sp>
    </p:spTree>
    <p:extLst>
      <p:ext uri="{BB962C8B-B14F-4D97-AF65-F5344CB8AC3E}">
        <p14:creationId xmlns:p14="http://schemas.microsoft.com/office/powerpoint/2010/main" val="27384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2026-07-22T01:10:36.2020000Z</dcterms:created>
  <dcterms:modified xsi:type="dcterms:W3CDTF">2026-07-22T01:10:36.2020000Z</dcterms:modified>
</coreProperties>
</file>