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8769498c4942ee" /><Relationship Type="http://schemas.openxmlformats.org/officeDocument/2006/relationships/extended-properties" Target="/docProps/app.xml" Id="R9ebff52d286b4493" /><Relationship Type="http://schemas.openxmlformats.org/officeDocument/2006/relationships/officeDocument" Target="/ppt/presentation.xml" Id="R8bbab717e4734c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5559b532164937"/>
  </p:sldMasterIdLst>
  <p:notesMasterIdLst>
    <p:notesMasterId xmlns:r="http://schemas.openxmlformats.org/officeDocument/2006/relationships" r:id="R0fa257055b5d4d9b"/>
  </p:notesMasterIdLst>
  <p:sldIdLst>
    <p:sldId xmlns:r="http://schemas.openxmlformats.org/officeDocument/2006/relationships" id="256" r:id="R3e1f402f57804b13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3f9e211ea54a01" /><Relationship Type="http://schemas.openxmlformats.org/officeDocument/2006/relationships/slideMaster" Target="/ppt/slideMasters/slideMaster1.xml" Id="R4f5559b532164937" /><Relationship Type="http://schemas.openxmlformats.org/officeDocument/2006/relationships/notesMaster" Target="/ppt/notesMasters/notesMaster1.xml" Id="R0fa257055b5d4d9b" /><Relationship Type="http://schemas.openxmlformats.org/officeDocument/2006/relationships/presProps" Target="/ppt/presProps.xml" Id="R633ef1ed876d4ceb" /><Relationship Type="http://schemas.openxmlformats.org/officeDocument/2006/relationships/tableStyles" Target="/ppt/tableStyles.xml" Id="R7acdb5c0211a4cea" /><Relationship Type="http://schemas.openxmlformats.org/officeDocument/2006/relationships/slide" Target="/ppt/slides/slide1.xml" Id="R3e1f402f57804b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5efc7ca64248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0b0a94e89f4fa5" /><Relationship Type="http://schemas.openxmlformats.org/officeDocument/2006/relationships/notesMaster" Target="/ppt/notesMasters/notesMaster1.xml" Id="Ra9a564d6feb743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a672eea55a4a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edc421e74144f8" /><Relationship Type="http://schemas.openxmlformats.org/officeDocument/2006/relationships/slideLayout" Target="/ppt/slideLayouts/slideLayout1.xml" Id="R6fada492e0b548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ada492e0b548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758ff7c884680" /><Relationship Type="http://schemas.openxmlformats.org/officeDocument/2006/relationships/notesSlide" Target="/ppt/notesSlides/notesSlide1.xml" Id="R09cbfdc6e1c54b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social-accent-bar">
            <a:extLst xmlns:a="http://schemas.openxmlformats.org/drawingml/2006/main">
              <a:ext uri="{FF2B5EF4-FFF2-40B4-BE49-F238E27FC236}">
                <a16:creationId xmlns:a16="http://schemas.microsoft.com/office/drawing/2014/main" id="{92CC152E-B812-43EC-AF45-8E87CAD9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33350" cy="60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cial-eyebrow">
            <a:extLst xmlns:a="http://schemas.openxmlformats.org/drawingml/2006/main">
              <a:ext uri="{FF2B5EF4-FFF2-40B4-BE49-F238E27FC236}">
                <a16:creationId xmlns:a16="http://schemas.microsoft.com/office/drawing/2014/main" id="{C605CA34-FB72-48D4-82AD-E041745D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524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OPEN REFERENCE IMPLEMENTATION</a:t>
            </a:r>
          </a:p>
        </p:txBody>
      </p:sp>
      <p:sp>
        <p:nvSpPr>
          <p:cNvPr id="3" name="social-title">
            <a:extLst xmlns:a="http://schemas.openxmlformats.org/drawingml/2006/main">
              <a:ext uri="{FF2B5EF4-FFF2-40B4-BE49-F238E27FC236}">
                <a16:creationId xmlns:a16="http://schemas.microsoft.com/office/drawing/2014/main" id="{73D8DE6C-A67A-4A61-8A91-86B5E377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085850"/>
            <a:ext cx="5143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Governed review</a:t>
            </a:r>
          </a:p>
          <a:p xmlns:a="http://schemas.openxmlformats.org/drawingml/2006/main">
            <a:pPr algn="l">
              <a:defRPr sz="39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queues</a:t>
            </a:r>
          </a:p>
        </p:txBody>
      </p:sp>
      <p:sp>
        <p:nvSpPr>
          <p:cNvPr id="4" name="social-subtitle">
            <a:extLst xmlns:a="http://schemas.openxmlformats.org/drawingml/2006/main">
              <a:ext uri="{FF2B5EF4-FFF2-40B4-BE49-F238E27FC236}">
                <a16:creationId xmlns:a16="http://schemas.microsoft.com/office/drawing/2014/main" id="{B07481E4-08D9-4419-B8EC-EB71BB27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724150"/>
            <a:ext cx="4953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Deterministic, fixed-capacity selection for multipathogen wastewater surveillance.</a:t>
            </a:r>
          </a:p>
        </p:txBody>
      </p:sp>
      <p:sp>
        <p:nvSpPr>
          <p:cNvPr id="5" name="social-repo">
            <a:extLst xmlns:a="http://schemas.openxmlformats.org/drawingml/2006/main">
              <a:ext uri="{FF2B5EF4-FFF2-40B4-BE49-F238E27FC236}">
                <a16:creationId xmlns:a16="http://schemas.microsoft.com/office/drawing/2014/main" id="{DB3AFCE7-4491-450F-AFFD-72C747A3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6355F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26355F"/>
                </a:solidFill>
                <a:latin typeface="Courier New"/>
                <a:ea typeface="Courier New"/>
                <a:cs typeface="Courier New"/>
              </a:rPr>
              <a:t>github.com/SiqiLi77/governed-wastewater-review-queues</a:t>
            </a:r>
          </a:p>
        </p:txBody>
      </p:sp>
      <p:sp>
        <p:nvSpPr>
          <p:cNvPr id="6" name="social-flow-heading">
            <a:extLst xmlns:a="http://schemas.openxmlformats.org/drawingml/2006/main">
              <a:ext uri="{FF2B5EF4-FFF2-40B4-BE49-F238E27FC236}">
                <a16:creationId xmlns:a16="http://schemas.microsoft.com/office/drawing/2014/main" id="{62F3D1ED-8636-43A0-8D44-5CD6BCE0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1076325"/>
            <a:ext cx="4057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Selection contract</a:t>
            </a:r>
          </a:p>
        </p:txBody>
      </p:sp>
      <p:sp>
        <p:nvSpPr>
          <p:cNvPr id="7" name="social-flow-rule">
            <a:extLst xmlns:a="http://schemas.openxmlformats.org/drawingml/2006/main">
              <a:ext uri="{FF2B5EF4-FFF2-40B4-BE49-F238E27FC236}">
                <a16:creationId xmlns:a16="http://schemas.microsoft.com/office/drawing/2014/main" id="{A379C7B1-CFAD-4697-8869-AB5268C5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05600" y="1457325"/>
            <a:ext cx="4057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8" name="social-arrow-1">
            <a:extLst xmlns:a="http://schemas.openxmlformats.org/drawingml/2006/main">
              <a:ext uri="{FF2B5EF4-FFF2-40B4-BE49-F238E27FC236}">
                <a16:creationId xmlns:a16="http://schemas.microsoft.com/office/drawing/2014/main" id="{F29B1064-708C-47D2-A535-6E719F0C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2733675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ocial-arrow-2">
            <a:extLst xmlns:a="http://schemas.openxmlformats.org/drawingml/2006/main">
              <a:ext uri="{FF2B5EF4-FFF2-40B4-BE49-F238E27FC236}">
                <a16:creationId xmlns:a16="http://schemas.microsoft.com/office/drawing/2014/main" id="{E4517AB4-F060-47C3-AD9A-42828653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2733675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ocial-candidate-sheet">
            <a:extLst xmlns:a="http://schemas.openxmlformats.org/drawingml/2006/main">
              <a:ext uri="{FF2B5EF4-FFF2-40B4-BE49-F238E27FC236}">
                <a16:creationId xmlns:a16="http://schemas.microsoft.com/office/drawing/2014/main" id="{AFAB7C83-AD17-47AE-8113-125E67A4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2028825"/>
            <a:ext cx="9525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6355F"/>
            </a:solidFill>
            <a:prstDash val="solid"/>
          </a:ln>
        </p:spPr>
      </p:sp>
      <p:sp>
        <p:nvSpPr>
          <p:cNvPr id="11" name="social-candidate-header">
            <a:extLst xmlns:a="http://schemas.openxmlformats.org/drawingml/2006/main">
              <a:ext uri="{FF2B5EF4-FFF2-40B4-BE49-F238E27FC236}">
                <a16:creationId xmlns:a16="http://schemas.microsoft.com/office/drawing/2014/main" id="{7EDE2F86-23EC-43D3-B702-2BBCC941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202882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12" name="social-candidate-1">
            <a:extLst xmlns:a="http://schemas.openxmlformats.org/drawingml/2006/main">
              <a:ext uri="{FF2B5EF4-FFF2-40B4-BE49-F238E27FC236}">
                <a16:creationId xmlns:a16="http://schemas.microsoft.com/office/drawing/2014/main" id="{1DBE70C7-2D76-44A6-8E24-AEF5155C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4860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ocial-candidate-line-1">
            <a:extLst xmlns:a="http://schemas.openxmlformats.org/drawingml/2006/main">
              <a:ext uri="{FF2B5EF4-FFF2-40B4-BE49-F238E27FC236}">
                <a16:creationId xmlns:a16="http://schemas.microsoft.com/office/drawing/2014/main" id="{7851645C-F4DB-47EF-9392-A126F351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2571750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4" name="social-candidate-2">
            <a:extLst xmlns:a="http://schemas.openxmlformats.org/drawingml/2006/main">
              <a:ext uri="{FF2B5EF4-FFF2-40B4-BE49-F238E27FC236}">
                <a16:creationId xmlns:a16="http://schemas.microsoft.com/office/drawing/2014/main" id="{8CB0FA18-8128-43BE-83AA-55DF14E6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847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5" name="social-candidate-line-2">
            <a:extLst xmlns:a="http://schemas.openxmlformats.org/drawingml/2006/main">
              <a:ext uri="{FF2B5EF4-FFF2-40B4-BE49-F238E27FC236}">
                <a16:creationId xmlns:a16="http://schemas.microsoft.com/office/drawing/2014/main" id="{5C243D5E-2A3F-4F3A-9B4E-E756EE40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2933700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6" name="social-candidate-3">
            <a:extLst xmlns:a="http://schemas.openxmlformats.org/drawingml/2006/main">
              <a:ext uri="{FF2B5EF4-FFF2-40B4-BE49-F238E27FC236}">
                <a16:creationId xmlns:a16="http://schemas.microsoft.com/office/drawing/2014/main" id="{0D647C07-66E0-4DB3-84F2-5C397219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20992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7" name="social-candidate-line-3">
            <a:extLst xmlns:a="http://schemas.openxmlformats.org/drawingml/2006/main">
              <a:ext uri="{FF2B5EF4-FFF2-40B4-BE49-F238E27FC236}">
                <a16:creationId xmlns:a16="http://schemas.microsoft.com/office/drawing/2014/main" id="{AE0F7B28-19EF-4A0B-94E5-9ED5650D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3295650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8" name="social-fixed-label">
            <a:extLst xmlns:a="http://schemas.openxmlformats.org/drawingml/2006/main">
              <a:ext uri="{FF2B5EF4-FFF2-40B4-BE49-F238E27FC236}">
                <a16:creationId xmlns:a16="http://schemas.microsoft.com/office/drawing/2014/main" id="{F6D537F0-FD82-4A66-A141-9C1B8021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43875" y="2257425"/>
            <a:ext cx="981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FIXED</a:t>
            </a:r>
          </a:p>
        </p:txBody>
      </p:sp>
      <p:sp>
        <p:nvSpPr>
          <p:cNvPr id="19" name="social-slot-1">
            <a:extLst xmlns:a="http://schemas.openxmlformats.org/drawingml/2006/main">
              <a:ext uri="{FF2B5EF4-FFF2-40B4-BE49-F238E27FC236}">
                <a16:creationId xmlns:a16="http://schemas.microsoft.com/office/drawing/2014/main" id="{AD869BF2-F5AF-4A27-8D98-7EC6BBF8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5812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3335">
            <a:solidFill>
              <a:srgbClr val="26785F"/>
            </a:solidFill>
            <a:prstDash val="solid"/>
          </a:ln>
        </p:spPr>
      </p:sp>
      <p:sp>
        <p:nvSpPr>
          <p:cNvPr id="20" name="social-slot-token-1">
            <a:extLst xmlns:a="http://schemas.openxmlformats.org/drawingml/2006/main">
              <a:ext uri="{FF2B5EF4-FFF2-40B4-BE49-F238E27FC236}">
                <a16:creationId xmlns:a16="http://schemas.microsoft.com/office/drawing/2014/main" id="{C4C05C6D-6BD1-4B66-A28A-7DBDF99B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67700" y="2714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1" name="social-slot-2">
            <a:extLst xmlns:a="http://schemas.openxmlformats.org/drawingml/2006/main">
              <a:ext uri="{FF2B5EF4-FFF2-40B4-BE49-F238E27FC236}">
                <a16:creationId xmlns:a16="http://schemas.microsoft.com/office/drawing/2014/main" id="{D6E48348-32BF-410F-BD07-0311850A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48700" y="25812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3335">
            <a:solidFill>
              <a:srgbClr val="26785F"/>
            </a:solidFill>
            <a:prstDash val="solid"/>
          </a:ln>
        </p:spPr>
      </p:sp>
      <p:sp>
        <p:nvSpPr>
          <p:cNvPr id="22" name="social-slot-token-2">
            <a:extLst xmlns:a="http://schemas.openxmlformats.org/drawingml/2006/main">
              <a:ext uri="{FF2B5EF4-FFF2-40B4-BE49-F238E27FC236}">
                <a16:creationId xmlns:a16="http://schemas.microsoft.com/office/drawing/2014/main" id="{E6DE089E-3E91-4CFD-B5E0-0A29F19D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714625"/>
            <a:ext cx="190500" cy="1905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3" name="social-slot-3">
            <a:extLst xmlns:a="http://schemas.openxmlformats.org/drawingml/2006/main">
              <a:ext uri="{FF2B5EF4-FFF2-40B4-BE49-F238E27FC236}">
                <a16:creationId xmlns:a16="http://schemas.microsoft.com/office/drawing/2014/main" id="{6B5694D8-1F5C-4F4B-B706-B541E4CE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095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24" name="social-slot-token-3">
            <a:extLst xmlns:a="http://schemas.openxmlformats.org/drawingml/2006/main">
              <a:ext uri="{FF2B5EF4-FFF2-40B4-BE49-F238E27FC236}">
                <a16:creationId xmlns:a16="http://schemas.microsoft.com/office/drawing/2014/main" id="{867F54EC-866E-4046-BB5F-AF60354A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67700" y="322897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ocial-slot-4">
            <a:extLst xmlns:a="http://schemas.openxmlformats.org/drawingml/2006/main">
              <a:ext uri="{FF2B5EF4-FFF2-40B4-BE49-F238E27FC236}">
                <a16:creationId xmlns:a16="http://schemas.microsoft.com/office/drawing/2014/main" id="{52176730-6D9E-4A9A-BF47-891DB61B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48700" y="3095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26" name="social-slot-token-4">
            <a:extLst xmlns:a="http://schemas.openxmlformats.org/drawingml/2006/main">
              <a:ext uri="{FF2B5EF4-FFF2-40B4-BE49-F238E27FC236}">
                <a16:creationId xmlns:a16="http://schemas.microsoft.com/office/drawing/2014/main" id="{4DEEC3D9-4F00-4632-8EEC-EBAA64A9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32289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7" name="social-ledger">
            <a:extLst xmlns:a="http://schemas.openxmlformats.org/drawingml/2006/main">
              <a:ext uri="{FF2B5EF4-FFF2-40B4-BE49-F238E27FC236}">
                <a16:creationId xmlns:a16="http://schemas.microsoft.com/office/drawing/2014/main" id="{5A98CAEF-6E14-407D-AD7E-A0A2D23B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2028825"/>
            <a:ext cx="1162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6355F"/>
            </a:solidFill>
            <a:prstDash val="solid"/>
          </a:ln>
        </p:spPr>
      </p:sp>
      <p:sp>
        <p:nvSpPr>
          <p:cNvPr id="28" name="social-ledger-header">
            <a:extLst xmlns:a="http://schemas.openxmlformats.org/drawingml/2006/main">
              <a:ext uri="{FF2B5EF4-FFF2-40B4-BE49-F238E27FC236}">
                <a16:creationId xmlns:a16="http://schemas.microsoft.com/office/drawing/2014/main" id="{79AAB96F-87BC-422B-B8D8-8318570F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2028825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AF3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29" name="social-ledger-check-1-circle">
            <a:extLst xmlns:a="http://schemas.openxmlformats.org/drawingml/2006/main">
              <a:ext uri="{FF2B5EF4-FFF2-40B4-BE49-F238E27FC236}">
                <a16:creationId xmlns:a16="http://schemas.microsoft.com/office/drawing/2014/main" id="{34508232-7E4F-413D-8808-71D82995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24860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30" name="social-ledger-check-1-left">
            <a:extLst xmlns:a="http://schemas.openxmlformats.org/drawingml/2006/main">
              <a:ext uri="{FF2B5EF4-FFF2-40B4-BE49-F238E27FC236}">
                <a16:creationId xmlns:a16="http://schemas.microsoft.com/office/drawing/2014/main" id="{6663B54B-E027-4CD6-966B-E8339F8A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2581275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1" name="social-ledger-check-1-right">
            <a:extLst xmlns:a="http://schemas.openxmlformats.org/drawingml/2006/main">
              <a:ext uri="{FF2B5EF4-FFF2-40B4-BE49-F238E27FC236}">
                <a16:creationId xmlns:a16="http://schemas.microsoft.com/office/drawing/2014/main" id="{4C5FB928-3013-42A3-8529-7F4B0E8E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2543175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2" name="social-ledger-line-1">
            <a:extLst xmlns:a="http://schemas.openxmlformats.org/drawingml/2006/main">
              <a:ext uri="{FF2B5EF4-FFF2-40B4-BE49-F238E27FC236}">
                <a16:creationId xmlns:a16="http://schemas.microsoft.com/office/drawing/2014/main" id="{A23FCB1C-1FDC-4B53-B789-8691B9D5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2581275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33" name="social-ledger-check-2-circle">
            <a:extLst xmlns:a="http://schemas.openxmlformats.org/drawingml/2006/main">
              <a:ext uri="{FF2B5EF4-FFF2-40B4-BE49-F238E27FC236}">
                <a16:creationId xmlns:a16="http://schemas.microsoft.com/office/drawing/2014/main" id="{35006BA7-BF5B-4A4D-A5F7-AB1B750A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28575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34" name="social-ledger-check-2-left">
            <a:extLst xmlns:a="http://schemas.openxmlformats.org/drawingml/2006/main">
              <a:ext uri="{FF2B5EF4-FFF2-40B4-BE49-F238E27FC236}">
                <a16:creationId xmlns:a16="http://schemas.microsoft.com/office/drawing/2014/main" id="{6A763CAB-A7D5-4345-BA70-F5BCBE3E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2952750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5" name="social-ledger-check-2-right">
            <a:extLst xmlns:a="http://schemas.openxmlformats.org/drawingml/2006/main">
              <a:ext uri="{FF2B5EF4-FFF2-40B4-BE49-F238E27FC236}">
                <a16:creationId xmlns:a16="http://schemas.microsoft.com/office/drawing/2014/main" id="{676100D9-2F92-400F-AB15-56B099D6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291465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6" name="social-ledger-line-2">
            <a:extLst xmlns:a="http://schemas.openxmlformats.org/drawingml/2006/main">
              <a:ext uri="{FF2B5EF4-FFF2-40B4-BE49-F238E27FC236}">
                <a16:creationId xmlns:a16="http://schemas.microsoft.com/office/drawing/2014/main" id="{7F952E76-CAE0-4443-A394-C5D8FCDA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2952750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37" name="social-ledger-check-3-circle">
            <a:extLst xmlns:a="http://schemas.openxmlformats.org/drawingml/2006/main">
              <a:ext uri="{FF2B5EF4-FFF2-40B4-BE49-F238E27FC236}">
                <a16:creationId xmlns:a16="http://schemas.microsoft.com/office/drawing/2014/main" id="{DB8F5A6F-56C3-45EC-AEBC-3FEA509C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32289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38" name="social-ledger-check-3-left">
            <a:extLst xmlns:a="http://schemas.openxmlformats.org/drawingml/2006/main">
              <a:ext uri="{FF2B5EF4-FFF2-40B4-BE49-F238E27FC236}">
                <a16:creationId xmlns:a16="http://schemas.microsoft.com/office/drawing/2014/main" id="{7AFD6C91-4D09-4A75-9755-484F9547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3324225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9" name="social-ledger-check-3-right">
            <a:extLst xmlns:a="http://schemas.openxmlformats.org/drawingml/2006/main">
              <a:ext uri="{FF2B5EF4-FFF2-40B4-BE49-F238E27FC236}">
                <a16:creationId xmlns:a16="http://schemas.microsoft.com/office/drawing/2014/main" id="{A8FFC33F-47CB-4F6D-831D-66861001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3286125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0" name="social-ledger-line-3">
            <a:extLst xmlns:a="http://schemas.openxmlformats.org/drawingml/2006/main">
              <a:ext uri="{FF2B5EF4-FFF2-40B4-BE49-F238E27FC236}">
                <a16:creationId xmlns:a16="http://schemas.microsoft.com/office/drawing/2014/main" id="{CBC1DF36-3EEB-4E13-AD90-4266B462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3324225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41" name="social-candidates-label">
            <a:extLst xmlns:a="http://schemas.openxmlformats.org/drawingml/2006/main">
              <a:ext uri="{FF2B5EF4-FFF2-40B4-BE49-F238E27FC236}">
                <a16:creationId xmlns:a16="http://schemas.microsoft.com/office/drawing/2014/main" id="{910AF37F-D96D-40C6-8777-0A70D3B1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379095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ranked candidates</a:t>
            </a:r>
          </a:p>
        </p:txBody>
      </p:sp>
      <p:sp>
        <p:nvSpPr>
          <p:cNvPr id="42" name="social-queue-label">
            <a:extLst xmlns:a="http://schemas.openxmlformats.org/drawingml/2006/main">
              <a:ext uri="{FF2B5EF4-FFF2-40B4-BE49-F238E27FC236}">
                <a16:creationId xmlns:a16="http://schemas.microsoft.com/office/drawing/2014/main" id="{4716C71A-8218-469C-82C6-A57A2D1A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790950"/>
            <a:ext cx="99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fixed queue</a:t>
            </a:r>
          </a:p>
        </p:txBody>
      </p:sp>
      <p:sp>
        <p:nvSpPr>
          <p:cNvPr id="43" name="social-ledger-label">
            <a:extLst xmlns:a="http://schemas.openxmlformats.org/drawingml/2006/main">
              <a:ext uri="{FF2B5EF4-FFF2-40B4-BE49-F238E27FC236}">
                <a16:creationId xmlns:a16="http://schemas.microsoft.com/office/drawing/2014/main" id="{279690F5-585F-4D5C-B256-78BAAFAB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3790950"/>
            <a:ext cx="1162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slot ledger</a:t>
            </a:r>
          </a:p>
        </p:txBody>
      </p:sp>
      <p:sp>
        <p:nvSpPr>
          <p:cNvPr id="44" name="social-method-line">
            <a:extLst xmlns:a="http://schemas.openxmlformats.org/drawingml/2006/main">
              <a:ext uri="{FF2B5EF4-FFF2-40B4-BE49-F238E27FC236}">
                <a16:creationId xmlns:a16="http://schemas.microsoft.com/office/drawing/2014/main" id="{D6677806-C6A4-406D-BEEF-50B6B42C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58075" y="44958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6259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637077"/>
                </a:solidFill>
                <a:latin typeface="Courier New"/>
                <a:ea typeface="Courier New"/>
                <a:cs typeface="Courier New"/>
              </a:rPr>
              <a:t>reserve -&gt; deduplicate -&gt; fill</a:t>
            </a:r>
          </a:p>
        </p:txBody>
      </p:sp>
      <p:sp>
        <p:nvSpPr>
          <p:cNvPr id="45" name="social-footer-divider">
            <a:extLst xmlns:a="http://schemas.openxmlformats.org/drawingml/2006/main">
              <a:ext uri="{FF2B5EF4-FFF2-40B4-BE49-F238E27FC236}">
                <a16:creationId xmlns:a16="http://schemas.microsoft.com/office/drawing/2014/main" id="{60929B51-16D2-40F8-89EE-A8527531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6750" y="4953000"/>
            <a:ext cx="48958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46" name="social-contract-line">
            <a:extLst xmlns:a="http://schemas.openxmlformats.org/drawingml/2006/main">
              <a:ext uri="{FF2B5EF4-FFF2-40B4-BE49-F238E27FC236}">
                <a16:creationId xmlns:a16="http://schemas.microsoft.com/office/drawing/2014/main" id="{922982C3-1D5E-444A-82E3-DADF185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Stable ties  |  Fixed capacity  |  Explicit reserves  |  Audit ledger</a:t>
            </a:r>
          </a:p>
        </p:txBody>
      </p:sp>
    </p:spTree>
    <p:extLst>
      <p:ext uri="{BB962C8B-B14F-4D97-AF65-F5344CB8AC3E}">
        <p14:creationId xmlns:p14="http://schemas.microsoft.com/office/powerpoint/2010/main" val="15420651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2026-07-21T15:48:46.8020000Z</dcterms:created>
  <dcterms:modified xsi:type="dcterms:W3CDTF">2026-07-21T15:48:46.8020000Z</dcterms:modified>
</coreProperties>
</file>