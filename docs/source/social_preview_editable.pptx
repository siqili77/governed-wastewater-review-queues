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f9aded81514215" /><Relationship Type="http://schemas.openxmlformats.org/officeDocument/2006/relationships/extended-properties" Target="/docProps/app.xml" Id="R0e66cfd8dffa40e4" /><Relationship Type="http://schemas.openxmlformats.org/officeDocument/2006/relationships/officeDocument" Target="/ppt/presentation.xml" Id="R458dd4156eaa42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5b9b4c58474cd6"/>
  </p:sldMasterIdLst>
  <p:notesMasterIdLst>
    <p:notesMasterId xmlns:r="http://schemas.openxmlformats.org/officeDocument/2006/relationships" r:id="R0a25e1e7ed6d4dc0"/>
  </p:notesMasterIdLst>
  <p:sldIdLst>
    <p:sldId xmlns:r="http://schemas.openxmlformats.org/officeDocument/2006/relationships" id="256" r:id="R4242c31be908458a"/>
  </p:sldIdLst>
  <p:sldSz cx="12192000" cy="6096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076a63cfc7493e" /><Relationship Type="http://schemas.openxmlformats.org/officeDocument/2006/relationships/slideMaster" Target="/ppt/slideMasters/slideMaster1.xml" Id="Rd35b9b4c58474cd6" /><Relationship Type="http://schemas.openxmlformats.org/officeDocument/2006/relationships/notesMaster" Target="/ppt/notesMasters/notesMaster1.xml" Id="R0a25e1e7ed6d4dc0" /><Relationship Type="http://schemas.openxmlformats.org/officeDocument/2006/relationships/presProps" Target="/ppt/presProps.xml" Id="R845dd58b88d4405d" /><Relationship Type="http://schemas.openxmlformats.org/officeDocument/2006/relationships/tableStyles" Target="/ppt/tableStyles.xml" Id="R6c596c5a1d98410e" /><Relationship Type="http://schemas.openxmlformats.org/officeDocument/2006/relationships/slide" Target="/ppt/slides/slide1.xml" Id="R4242c31be90845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2b5ed61afd42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2103a7dbfa4551" /><Relationship Type="http://schemas.openxmlformats.org/officeDocument/2006/relationships/notesMaster" Target="/ppt/notesMasters/notesMaster1.xml" Id="Rb669199cec9344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4ff5b31fdb45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3a36232ddd4e32" /><Relationship Type="http://schemas.openxmlformats.org/officeDocument/2006/relationships/slideLayout" Target="/ppt/slideLayouts/slideLayout1.xml" Id="R9a460c57810d4e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460c57810d4e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d48150c2545fe" /><Relationship Type="http://schemas.openxmlformats.org/officeDocument/2006/relationships/notesSlide" Target="/ppt/notesSlides/notesSlide1.xml" Id="R2997395e6a3a4d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social-accent-bar">
            <a:extLst xmlns:a="http://schemas.openxmlformats.org/drawingml/2006/main">
              <a:ext uri="{FF2B5EF4-FFF2-40B4-BE49-F238E27FC236}">
                <a16:creationId xmlns:a16="http://schemas.microsoft.com/office/drawing/2014/main" id="{21FC5200-F0D3-4137-892D-0824970D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20955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ocial-eyebrow">
            <a:extLst xmlns:a="http://schemas.openxmlformats.org/drawingml/2006/main">
              <a:ext uri="{FF2B5EF4-FFF2-40B4-BE49-F238E27FC236}">
                <a16:creationId xmlns:a16="http://schemas.microsoft.com/office/drawing/2014/main" id="{B8F3602C-DEC0-4A1D-935D-971E507F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552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78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785F"/>
                </a:solidFill>
                <a:latin typeface="Arial"/>
                <a:ea typeface="Arial"/>
                <a:cs typeface="Arial"/>
              </a:rPr>
              <a:t>OPEN REFERENCE IMPLEMENTATION</a:t>
            </a:r>
          </a:p>
        </p:txBody>
      </p:sp>
      <p:sp>
        <p:nvSpPr>
          <p:cNvPr id="3" name="social-title">
            <a:extLst xmlns:a="http://schemas.openxmlformats.org/drawingml/2006/main">
              <a:ext uri="{FF2B5EF4-FFF2-40B4-BE49-F238E27FC236}">
                <a16:creationId xmlns:a16="http://schemas.microsoft.com/office/drawing/2014/main" id="{EFA0DFEF-7953-42DF-8BC1-CDC73555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085850"/>
            <a:ext cx="5143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6355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6355F"/>
                </a:solidFill>
                <a:latin typeface="Arial"/>
                <a:ea typeface="Arial"/>
                <a:cs typeface="Arial"/>
              </a:rPr>
              <a:t>Governed review</a:t>
            </a:r>
          </a:p>
          <a:p xmlns:a="http://schemas.openxmlformats.org/drawingml/2006/main">
            <a:pPr algn="l">
              <a:defRPr sz="3900" b="1">
                <a:solidFill>
                  <a:srgbClr val="26355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6355F"/>
                </a:solidFill>
                <a:latin typeface="Arial"/>
                <a:ea typeface="Arial"/>
                <a:cs typeface="Arial"/>
              </a:rPr>
              <a:t>queues</a:t>
            </a:r>
          </a:p>
        </p:txBody>
      </p:sp>
      <p:sp>
        <p:nvSpPr>
          <p:cNvPr id="4" name="social-subtitle">
            <a:extLst xmlns:a="http://schemas.openxmlformats.org/drawingml/2006/main">
              <a:ext uri="{FF2B5EF4-FFF2-40B4-BE49-F238E27FC236}">
                <a16:creationId xmlns:a16="http://schemas.microsoft.com/office/drawing/2014/main" id="{E53887A0-CDD2-498E-B574-0B911367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7241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077"/>
                </a:solidFill>
                <a:latin typeface="Arial"/>
                <a:ea typeface="Arial"/>
                <a:cs typeface="Arial"/>
              </a:rPr>
              <a:t>Deterministic, fixed-capacity selection for multipathogen wastewater surveillance.</a:t>
            </a:r>
          </a:p>
        </p:txBody>
      </p:sp>
      <p:sp>
        <p:nvSpPr>
          <p:cNvPr id="5" name="social-repo">
            <a:extLst xmlns:a="http://schemas.openxmlformats.org/drawingml/2006/main">
              <a:ext uri="{FF2B5EF4-FFF2-40B4-BE49-F238E27FC236}">
                <a16:creationId xmlns:a16="http://schemas.microsoft.com/office/drawing/2014/main" id="{BA5D20EF-2AF2-4647-BCAB-A2763485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943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55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26355F"/>
                </a:solidFill>
                <a:latin typeface="Courier New"/>
                <a:ea typeface="Courier New"/>
                <a:cs typeface="Courier New"/>
              </a:rPr>
              <a:t>github.com/SiqiLi77/governed-wastewater-review-queues</a:t>
            </a:r>
          </a:p>
        </p:txBody>
      </p:sp>
      <p:sp>
        <p:nvSpPr>
          <p:cNvPr id="6" name="social-flow-field">
            <a:extLst xmlns:a="http://schemas.openxmlformats.org/drawingml/2006/main">
              <a:ext uri="{FF2B5EF4-FFF2-40B4-BE49-F238E27FC236}">
                <a16:creationId xmlns:a16="http://schemas.microsoft.com/office/drawing/2014/main" id="{EEC0AE96-3611-4A09-8CFF-951F04D4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619125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ocial-arrow-1">
            <a:extLst xmlns:a="http://schemas.openxmlformats.org/drawingml/2006/main">
              <a:ext uri="{FF2B5EF4-FFF2-40B4-BE49-F238E27FC236}">
                <a16:creationId xmlns:a16="http://schemas.microsoft.com/office/drawing/2014/main" id="{919FC73F-19CF-4BEB-9CFF-CF62F92E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27813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cial-arrow-2">
            <a:extLst xmlns:a="http://schemas.openxmlformats.org/drawingml/2006/main">
              <a:ext uri="{FF2B5EF4-FFF2-40B4-BE49-F238E27FC236}">
                <a16:creationId xmlns:a16="http://schemas.microsoft.com/office/drawing/2014/main" id="{02C8461E-2941-446B-85B8-32C50680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27813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ocial-candidate-sheet">
            <a:extLst xmlns:a="http://schemas.openxmlformats.org/drawingml/2006/main">
              <a:ext uri="{FF2B5EF4-FFF2-40B4-BE49-F238E27FC236}">
                <a16:creationId xmlns:a16="http://schemas.microsoft.com/office/drawing/2014/main" id="{FE7A12D7-BAEB-4A63-AA28-51A69BB2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2076450"/>
            <a:ext cx="952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6355F"/>
            </a:solidFill>
            <a:prstDash val="solid"/>
          </a:ln>
        </p:spPr>
      </p:sp>
      <p:sp>
        <p:nvSpPr>
          <p:cNvPr id="10" name="social-candidate-header">
            <a:extLst xmlns:a="http://schemas.openxmlformats.org/drawingml/2006/main">
              <a:ext uri="{FF2B5EF4-FFF2-40B4-BE49-F238E27FC236}">
                <a16:creationId xmlns:a16="http://schemas.microsoft.com/office/drawing/2014/main" id="{96000AAD-CD0C-400C-ADD8-813B3338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20764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6"/>
          </a:solidFill>
          <a:ln xmlns:a="http://schemas.openxmlformats.org/drawingml/2006/main" w="11430">
            <a:solidFill>
              <a:srgbClr val="26355F"/>
            </a:solidFill>
            <a:prstDash val="solid"/>
          </a:ln>
        </p:spPr>
      </p:sp>
      <p:sp>
        <p:nvSpPr>
          <p:cNvPr id="11" name="social-candidate-1">
            <a:extLst xmlns:a="http://schemas.openxmlformats.org/drawingml/2006/main">
              <a:ext uri="{FF2B5EF4-FFF2-40B4-BE49-F238E27FC236}">
                <a16:creationId xmlns:a16="http://schemas.microsoft.com/office/drawing/2014/main" id="{62CD981F-7E43-45BC-8C0F-B1397A61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ocial-candidate-line-1">
            <a:extLst xmlns:a="http://schemas.openxmlformats.org/drawingml/2006/main">
              <a:ext uri="{FF2B5EF4-FFF2-40B4-BE49-F238E27FC236}">
                <a16:creationId xmlns:a16="http://schemas.microsoft.com/office/drawing/2014/main" id="{B92711D1-F86D-4CC7-A5CF-82746124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3750" y="2619375"/>
            <a:ext cx="342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3D4"/>
            </a:solidFill>
            <a:prstDash val="solid"/>
          </a:ln>
        </p:spPr>
      </p:sp>
      <p:sp>
        <p:nvSpPr>
          <p:cNvPr id="13" name="social-candidate-2">
            <a:extLst xmlns:a="http://schemas.openxmlformats.org/drawingml/2006/main">
              <a:ext uri="{FF2B5EF4-FFF2-40B4-BE49-F238E27FC236}">
                <a16:creationId xmlns:a16="http://schemas.microsoft.com/office/drawing/2014/main" id="{A1CAB3CD-4FE8-41FD-BD4A-2E0ED642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2895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FA0"/>
          </a:solidFill>
          <a:ln xmlns:a="http://schemas.openxmlformats.org/drawingml/2006/main" w="7620">
            <a:solidFill>
              <a:srgbClr val="26355F"/>
            </a:solidFill>
            <a:prstDash val="solid"/>
          </a:ln>
        </p:spPr>
      </p:sp>
      <p:sp>
        <p:nvSpPr>
          <p:cNvPr id="14" name="social-candidate-line-2">
            <a:extLst xmlns:a="http://schemas.openxmlformats.org/drawingml/2006/main">
              <a:ext uri="{FF2B5EF4-FFF2-40B4-BE49-F238E27FC236}">
                <a16:creationId xmlns:a16="http://schemas.microsoft.com/office/drawing/2014/main" id="{3A3DBD35-4475-4523-864E-570DEF7F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3750" y="2981325"/>
            <a:ext cx="342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3D4"/>
            </a:solidFill>
            <a:prstDash val="solid"/>
          </a:ln>
        </p:spPr>
      </p:sp>
      <p:sp>
        <p:nvSpPr>
          <p:cNvPr id="15" name="social-candidate-3">
            <a:extLst xmlns:a="http://schemas.openxmlformats.org/drawingml/2006/main">
              <a:ext uri="{FF2B5EF4-FFF2-40B4-BE49-F238E27FC236}">
                <a16:creationId xmlns:a16="http://schemas.microsoft.com/office/drawing/2014/main" id="{115D9E26-2CA5-4EF2-9627-BC16C93D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3257550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65A8D"/>
          </a:solidFill>
          <a:ln xmlns:a="http://schemas.openxmlformats.org/drawingml/2006/main" w="7620">
            <a:solidFill>
              <a:srgbClr val="26355F"/>
            </a:solidFill>
            <a:prstDash val="solid"/>
          </a:ln>
        </p:spPr>
      </p:sp>
      <p:sp>
        <p:nvSpPr>
          <p:cNvPr id="16" name="social-candidate-line-3">
            <a:extLst xmlns:a="http://schemas.openxmlformats.org/drawingml/2006/main">
              <a:ext uri="{FF2B5EF4-FFF2-40B4-BE49-F238E27FC236}">
                <a16:creationId xmlns:a16="http://schemas.microsoft.com/office/drawing/2014/main" id="{995DEF46-1890-4FCB-9EE4-7B74B75C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3750" y="3343275"/>
            <a:ext cx="342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3D4"/>
            </a:solidFill>
            <a:prstDash val="solid"/>
          </a:ln>
        </p:spPr>
      </p:sp>
      <p:sp>
        <p:nvSpPr>
          <p:cNvPr id="17" name="social-fixed-label">
            <a:extLst xmlns:a="http://schemas.openxmlformats.org/drawingml/2006/main">
              <a:ext uri="{FF2B5EF4-FFF2-40B4-BE49-F238E27FC236}">
                <a16:creationId xmlns:a16="http://schemas.microsoft.com/office/drawing/2014/main" id="{AF64BD90-B14E-4561-9058-50EACE2F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3875" y="2305050"/>
            <a:ext cx="981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78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785F"/>
                </a:solidFill>
                <a:latin typeface="Arial"/>
                <a:ea typeface="Arial"/>
                <a:cs typeface="Arial"/>
              </a:rPr>
              <a:t>FIXED</a:t>
            </a:r>
          </a:p>
        </p:txBody>
      </p:sp>
      <p:sp>
        <p:nvSpPr>
          <p:cNvPr id="18" name="social-slot-1">
            <a:extLst xmlns:a="http://schemas.openxmlformats.org/drawingml/2006/main">
              <a:ext uri="{FF2B5EF4-FFF2-40B4-BE49-F238E27FC236}">
                <a16:creationId xmlns:a16="http://schemas.microsoft.com/office/drawing/2014/main" id="{C722F489-8844-4D44-B9FD-D5DB9A0A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26289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1EB"/>
          </a:solidFill>
          <a:ln xmlns:a="http://schemas.openxmlformats.org/drawingml/2006/main" w="13335">
            <a:solidFill>
              <a:srgbClr val="26785F"/>
            </a:solidFill>
            <a:prstDash val="solid"/>
          </a:ln>
        </p:spPr>
      </p:sp>
      <p:sp>
        <p:nvSpPr>
          <p:cNvPr id="19" name="social-slot-token-1">
            <a:extLst xmlns:a="http://schemas.openxmlformats.org/drawingml/2006/main">
              <a:ext uri="{FF2B5EF4-FFF2-40B4-BE49-F238E27FC236}">
                <a16:creationId xmlns:a16="http://schemas.microsoft.com/office/drawing/2014/main" id="{C000192C-A9D6-4BB8-8274-66ED49EA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2762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FA0"/>
          </a:solidFill>
          <a:ln xmlns:a="http://schemas.openxmlformats.org/drawingml/2006/main" w="7620">
            <a:solidFill>
              <a:srgbClr val="26355F"/>
            </a:solidFill>
            <a:prstDash val="solid"/>
          </a:ln>
        </p:spPr>
      </p:sp>
      <p:sp>
        <p:nvSpPr>
          <p:cNvPr id="20" name="social-slot-2">
            <a:extLst xmlns:a="http://schemas.openxmlformats.org/drawingml/2006/main">
              <a:ext uri="{FF2B5EF4-FFF2-40B4-BE49-F238E27FC236}">
                <a16:creationId xmlns:a16="http://schemas.microsoft.com/office/drawing/2014/main" id="{8265CF66-4BB6-4DF5-94FB-8351E653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26289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1EB"/>
          </a:solidFill>
          <a:ln xmlns:a="http://schemas.openxmlformats.org/drawingml/2006/main" w="13335">
            <a:solidFill>
              <a:srgbClr val="26785F"/>
            </a:solidFill>
            <a:prstDash val="solid"/>
          </a:ln>
        </p:spPr>
      </p:sp>
      <p:sp>
        <p:nvSpPr>
          <p:cNvPr id="21" name="social-slot-token-2">
            <a:extLst xmlns:a="http://schemas.openxmlformats.org/drawingml/2006/main">
              <a:ext uri="{FF2B5EF4-FFF2-40B4-BE49-F238E27FC236}">
                <a16:creationId xmlns:a16="http://schemas.microsoft.com/office/drawing/2014/main" id="{4849BCFF-FC40-4D1E-B9F2-21DA70DD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762250"/>
            <a:ext cx="190500" cy="190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65A8D"/>
          </a:solidFill>
          <a:ln xmlns:a="http://schemas.openxmlformats.org/drawingml/2006/main" w="7620">
            <a:solidFill>
              <a:srgbClr val="26355F"/>
            </a:solidFill>
            <a:prstDash val="solid"/>
          </a:ln>
        </p:spPr>
      </p:sp>
      <p:sp>
        <p:nvSpPr>
          <p:cNvPr id="22" name="social-slot-3">
            <a:extLst xmlns:a="http://schemas.openxmlformats.org/drawingml/2006/main">
              <a:ext uri="{FF2B5EF4-FFF2-40B4-BE49-F238E27FC236}">
                <a16:creationId xmlns:a16="http://schemas.microsoft.com/office/drawing/2014/main" id="{B4A126CC-2744-452A-8792-2356D6DA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3143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6355F"/>
            </a:solidFill>
            <a:prstDash val="solid"/>
          </a:ln>
        </p:spPr>
      </p:sp>
      <p:sp>
        <p:nvSpPr>
          <p:cNvPr id="23" name="social-slot-token-3">
            <a:extLst xmlns:a="http://schemas.openxmlformats.org/drawingml/2006/main">
              <a:ext uri="{FF2B5EF4-FFF2-40B4-BE49-F238E27FC236}">
                <a16:creationId xmlns:a16="http://schemas.microsoft.com/office/drawing/2014/main" id="{01BD54CE-0E1F-47EE-8086-7161E7EB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32766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ocial-slot-4">
            <a:extLst xmlns:a="http://schemas.openxmlformats.org/drawingml/2006/main">
              <a:ext uri="{FF2B5EF4-FFF2-40B4-BE49-F238E27FC236}">
                <a16:creationId xmlns:a16="http://schemas.microsoft.com/office/drawing/2014/main" id="{6C912248-6996-4C1F-841E-171E2B28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3143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6355F"/>
            </a:solidFill>
            <a:prstDash val="solid"/>
          </a:ln>
        </p:spPr>
      </p:sp>
      <p:sp>
        <p:nvSpPr>
          <p:cNvPr id="25" name="social-slot-token-4">
            <a:extLst xmlns:a="http://schemas.openxmlformats.org/drawingml/2006/main">
              <a:ext uri="{FF2B5EF4-FFF2-40B4-BE49-F238E27FC236}">
                <a16:creationId xmlns:a16="http://schemas.microsoft.com/office/drawing/2014/main" id="{A045739C-FEEF-4AF4-BFFD-46955C1C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3276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FA0"/>
          </a:solidFill>
          <a:ln xmlns:a="http://schemas.openxmlformats.org/drawingml/2006/main" w="7620">
            <a:solidFill>
              <a:srgbClr val="26355F"/>
            </a:solidFill>
            <a:prstDash val="solid"/>
          </a:ln>
        </p:spPr>
      </p:sp>
      <p:sp>
        <p:nvSpPr>
          <p:cNvPr id="26" name="social-ledger">
            <a:extLst xmlns:a="http://schemas.openxmlformats.org/drawingml/2006/main">
              <a:ext uri="{FF2B5EF4-FFF2-40B4-BE49-F238E27FC236}">
                <a16:creationId xmlns:a16="http://schemas.microsoft.com/office/drawing/2014/main" id="{DD5A89D8-A23A-43A8-B39E-9D5015A3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2076450"/>
            <a:ext cx="1162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6355F"/>
            </a:solidFill>
            <a:prstDash val="solid"/>
          </a:ln>
        </p:spPr>
      </p:sp>
      <p:sp>
        <p:nvSpPr>
          <p:cNvPr id="27" name="social-ledger-header">
            <a:extLst xmlns:a="http://schemas.openxmlformats.org/drawingml/2006/main">
              <a:ext uri="{FF2B5EF4-FFF2-40B4-BE49-F238E27FC236}">
                <a16:creationId xmlns:a16="http://schemas.microsoft.com/office/drawing/2014/main" id="{DBBEC000-2E66-4BC2-8782-50B2C7EA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20764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3"/>
          </a:solidFill>
          <a:ln xmlns:a="http://schemas.openxmlformats.org/drawingml/2006/main" w="11430">
            <a:solidFill>
              <a:srgbClr val="26355F"/>
            </a:solidFill>
            <a:prstDash val="solid"/>
          </a:ln>
        </p:spPr>
      </p:sp>
      <p:sp>
        <p:nvSpPr>
          <p:cNvPr id="28" name="social-ledger-check-1-circle">
            <a:extLst xmlns:a="http://schemas.openxmlformats.org/drawingml/2006/main">
              <a:ext uri="{FF2B5EF4-FFF2-40B4-BE49-F238E27FC236}">
                <a16:creationId xmlns:a16="http://schemas.microsoft.com/office/drawing/2014/main" id="{E4A04F40-0662-487B-8682-3911908C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6785F"/>
            </a:solidFill>
            <a:prstDash val="solid"/>
          </a:ln>
        </p:spPr>
      </p:sp>
      <p:sp>
        <p:nvSpPr>
          <p:cNvPr id="29" name="social-ledger-check-1-left">
            <a:extLst xmlns:a="http://schemas.openxmlformats.org/drawingml/2006/main">
              <a:ext uri="{FF2B5EF4-FFF2-40B4-BE49-F238E27FC236}">
                <a16:creationId xmlns:a16="http://schemas.microsoft.com/office/drawing/2014/main" id="{1F84BCC7-2666-4923-9290-AA40307A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01225" y="2628900"/>
            <a:ext cx="3810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785F"/>
            </a:solidFill>
            <a:prstDash val="solid"/>
          </a:ln>
        </p:spPr>
      </p:sp>
      <p:sp>
        <p:nvSpPr>
          <p:cNvPr id="30" name="social-ledger-check-1-right">
            <a:extLst xmlns:a="http://schemas.openxmlformats.org/drawingml/2006/main">
              <a:ext uri="{FF2B5EF4-FFF2-40B4-BE49-F238E27FC236}">
                <a16:creationId xmlns:a16="http://schemas.microsoft.com/office/drawing/2014/main" id="{DD7880A0-FEA5-4BE8-A7CB-2208E31B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839325" y="2590800"/>
            <a:ext cx="6667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785F"/>
            </a:solidFill>
            <a:prstDash val="solid"/>
          </a:ln>
        </p:spPr>
      </p:sp>
      <p:sp>
        <p:nvSpPr>
          <p:cNvPr id="31" name="social-ledger-line-1">
            <a:extLst xmlns:a="http://schemas.openxmlformats.org/drawingml/2006/main">
              <a:ext uri="{FF2B5EF4-FFF2-40B4-BE49-F238E27FC236}">
                <a16:creationId xmlns:a16="http://schemas.microsoft.com/office/drawing/2014/main" id="{2C560161-DE1A-4DFF-9713-726DF402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29825" y="2628900"/>
            <a:ext cx="5619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3D4"/>
            </a:solidFill>
            <a:prstDash val="solid"/>
          </a:ln>
        </p:spPr>
      </p:sp>
      <p:sp>
        <p:nvSpPr>
          <p:cNvPr id="32" name="social-ledger-check-2-circle">
            <a:extLst xmlns:a="http://schemas.openxmlformats.org/drawingml/2006/main">
              <a:ext uri="{FF2B5EF4-FFF2-40B4-BE49-F238E27FC236}">
                <a16:creationId xmlns:a16="http://schemas.microsoft.com/office/drawing/2014/main" id="{E66F2C2A-8C55-4BCE-87FA-D0175B4B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2905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6785F"/>
            </a:solidFill>
            <a:prstDash val="solid"/>
          </a:ln>
        </p:spPr>
      </p:sp>
      <p:sp>
        <p:nvSpPr>
          <p:cNvPr id="33" name="social-ledger-check-2-left">
            <a:extLst xmlns:a="http://schemas.openxmlformats.org/drawingml/2006/main">
              <a:ext uri="{FF2B5EF4-FFF2-40B4-BE49-F238E27FC236}">
                <a16:creationId xmlns:a16="http://schemas.microsoft.com/office/drawing/2014/main" id="{94516A00-1D38-4704-8B47-FB1FDC42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01225" y="3000375"/>
            <a:ext cx="3810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785F"/>
            </a:solidFill>
            <a:prstDash val="solid"/>
          </a:ln>
        </p:spPr>
      </p:sp>
      <p:sp>
        <p:nvSpPr>
          <p:cNvPr id="34" name="social-ledger-check-2-right">
            <a:extLst xmlns:a="http://schemas.openxmlformats.org/drawingml/2006/main">
              <a:ext uri="{FF2B5EF4-FFF2-40B4-BE49-F238E27FC236}">
                <a16:creationId xmlns:a16="http://schemas.microsoft.com/office/drawing/2014/main" id="{E8BC427B-D404-49D6-8FD5-D108D503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839325" y="2962275"/>
            <a:ext cx="6667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785F"/>
            </a:solidFill>
            <a:prstDash val="solid"/>
          </a:ln>
        </p:spPr>
      </p:sp>
      <p:sp>
        <p:nvSpPr>
          <p:cNvPr id="35" name="social-ledger-line-2">
            <a:extLst xmlns:a="http://schemas.openxmlformats.org/drawingml/2006/main">
              <a:ext uri="{FF2B5EF4-FFF2-40B4-BE49-F238E27FC236}">
                <a16:creationId xmlns:a16="http://schemas.microsoft.com/office/drawing/2014/main" id="{98809413-39DE-4527-A360-E1D819FC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29825" y="3000375"/>
            <a:ext cx="5619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3D4"/>
            </a:solidFill>
            <a:prstDash val="solid"/>
          </a:ln>
        </p:spPr>
      </p:sp>
      <p:sp>
        <p:nvSpPr>
          <p:cNvPr id="36" name="social-ledger-check-3-circle">
            <a:extLst xmlns:a="http://schemas.openxmlformats.org/drawingml/2006/main">
              <a:ext uri="{FF2B5EF4-FFF2-40B4-BE49-F238E27FC236}">
                <a16:creationId xmlns:a16="http://schemas.microsoft.com/office/drawing/2014/main" id="{22287101-559B-4490-A772-FBFAAA12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3276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6785F"/>
            </a:solidFill>
            <a:prstDash val="solid"/>
          </a:ln>
        </p:spPr>
      </p:sp>
      <p:sp>
        <p:nvSpPr>
          <p:cNvPr id="37" name="social-ledger-check-3-left">
            <a:extLst xmlns:a="http://schemas.openxmlformats.org/drawingml/2006/main">
              <a:ext uri="{FF2B5EF4-FFF2-40B4-BE49-F238E27FC236}">
                <a16:creationId xmlns:a16="http://schemas.microsoft.com/office/drawing/2014/main" id="{E2946D7A-0618-4319-9FF0-CC413C84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01225" y="3371850"/>
            <a:ext cx="3810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785F"/>
            </a:solidFill>
            <a:prstDash val="solid"/>
          </a:ln>
        </p:spPr>
      </p:sp>
      <p:sp>
        <p:nvSpPr>
          <p:cNvPr id="38" name="social-ledger-check-3-right">
            <a:extLst xmlns:a="http://schemas.openxmlformats.org/drawingml/2006/main">
              <a:ext uri="{FF2B5EF4-FFF2-40B4-BE49-F238E27FC236}">
                <a16:creationId xmlns:a16="http://schemas.microsoft.com/office/drawing/2014/main" id="{55DFD239-97B6-42E7-8FCA-9AC2269C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839325" y="3333750"/>
            <a:ext cx="6667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785F"/>
            </a:solidFill>
            <a:prstDash val="solid"/>
          </a:ln>
        </p:spPr>
      </p:sp>
      <p:sp>
        <p:nvSpPr>
          <p:cNvPr id="39" name="social-ledger-line-3">
            <a:extLst xmlns:a="http://schemas.openxmlformats.org/drawingml/2006/main">
              <a:ext uri="{FF2B5EF4-FFF2-40B4-BE49-F238E27FC236}">
                <a16:creationId xmlns:a16="http://schemas.microsoft.com/office/drawing/2014/main" id="{48BEBDF3-46A3-4AEE-A905-A320359F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29825" y="3371850"/>
            <a:ext cx="5619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3D4"/>
            </a:solidFill>
            <a:prstDash val="solid"/>
          </a:ln>
        </p:spPr>
      </p:sp>
      <p:sp>
        <p:nvSpPr>
          <p:cNvPr id="40" name="social-candidates-label">
            <a:extLst xmlns:a="http://schemas.openxmlformats.org/drawingml/2006/main">
              <a:ext uri="{FF2B5EF4-FFF2-40B4-BE49-F238E27FC236}">
                <a16:creationId xmlns:a16="http://schemas.microsoft.com/office/drawing/2014/main" id="{CD906E2E-7E9F-438B-A1C3-4E893C70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38195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077"/>
                </a:solidFill>
                <a:latin typeface="Arial"/>
                <a:ea typeface="Arial"/>
                <a:cs typeface="Arial"/>
              </a:rPr>
              <a:t>candidates</a:t>
            </a:r>
          </a:p>
        </p:txBody>
      </p:sp>
      <p:sp>
        <p:nvSpPr>
          <p:cNvPr id="41" name="social-queue-label">
            <a:extLst xmlns:a="http://schemas.openxmlformats.org/drawingml/2006/main">
              <a:ext uri="{FF2B5EF4-FFF2-40B4-BE49-F238E27FC236}">
                <a16:creationId xmlns:a16="http://schemas.microsoft.com/office/drawing/2014/main" id="{84292661-0E61-4D11-ACEE-175B4DAB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3819525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78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785F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42" name="social-ledger-label">
            <a:extLst xmlns:a="http://schemas.openxmlformats.org/drawingml/2006/main">
              <a:ext uri="{FF2B5EF4-FFF2-40B4-BE49-F238E27FC236}">
                <a16:creationId xmlns:a16="http://schemas.microsoft.com/office/drawing/2014/main" id="{DC4D170A-493F-429B-88F9-4B058B37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3819525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65A8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5A8D"/>
                </a:solidFill>
                <a:latin typeface="Arial"/>
                <a:ea typeface="Arial"/>
                <a:cs typeface="Arial"/>
              </a:rPr>
              <a:t>ledger</a:t>
            </a:r>
          </a:p>
        </p:txBody>
      </p:sp>
      <p:sp>
        <p:nvSpPr>
          <p:cNvPr id="43" name="social-footer-divider">
            <a:extLst xmlns:a="http://schemas.openxmlformats.org/drawingml/2006/main">
              <a:ext uri="{FF2B5EF4-FFF2-40B4-BE49-F238E27FC236}">
                <a16:creationId xmlns:a16="http://schemas.microsoft.com/office/drawing/2014/main" id="{6237EC7D-3DCA-4F46-AA40-A137D630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4953000"/>
            <a:ext cx="4895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AD3D4"/>
            </a:solidFill>
            <a:prstDash val="solid"/>
          </a:ln>
        </p:spPr>
      </p:sp>
      <p:sp>
        <p:nvSpPr>
          <p:cNvPr id="44" name="social-contract-1">
            <a:extLst xmlns:a="http://schemas.openxmlformats.org/drawingml/2006/main">
              <a:ext uri="{FF2B5EF4-FFF2-40B4-BE49-F238E27FC236}">
                <a16:creationId xmlns:a16="http://schemas.microsoft.com/office/drawing/2014/main" id="{5D08E75E-1508-4BB2-BA76-E02E921B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51244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5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355F"/>
                </a:solidFill>
                <a:latin typeface="Arial"/>
                <a:ea typeface="Arial"/>
                <a:cs typeface="Arial"/>
              </a:rPr>
              <a:t>STABLE TIES</a:t>
            </a:r>
          </a:p>
        </p:txBody>
      </p:sp>
      <p:sp>
        <p:nvSpPr>
          <p:cNvPr id="45" name="social-contract-2">
            <a:extLst xmlns:a="http://schemas.openxmlformats.org/drawingml/2006/main">
              <a:ext uri="{FF2B5EF4-FFF2-40B4-BE49-F238E27FC236}">
                <a16:creationId xmlns:a16="http://schemas.microsoft.com/office/drawing/2014/main" id="{8B84EB31-FBF0-47E2-971A-B8E04593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5124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78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785F"/>
                </a:solidFill>
                <a:latin typeface="Arial"/>
                <a:ea typeface="Arial"/>
                <a:cs typeface="Arial"/>
              </a:rPr>
              <a:t>EXPLICIT RESERVES</a:t>
            </a:r>
          </a:p>
        </p:txBody>
      </p:sp>
      <p:sp>
        <p:nvSpPr>
          <p:cNvPr id="46" name="social-contract-3">
            <a:extLst xmlns:a="http://schemas.openxmlformats.org/drawingml/2006/main">
              <a:ext uri="{FF2B5EF4-FFF2-40B4-BE49-F238E27FC236}">
                <a16:creationId xmlns:a16="http://schemas.microsoft.com/office/drawing/2014/main" id="{1461FE1F-EFD0-42BD-88EF-E8E806F9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5124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65A8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5A8D"/>
                </a:solidFill>
                <a:latin typeface="Arial"/>
                <a:ea typeface="Arial"/>
                <a:cs typeface="Arial"/>
              </a:rPr>
              <a:t>AUDIT LEDGER</a:t>
            </a:r>
          </a:p>
        </p:txBody>
      </p:sp>
    </p:spTree>
    <p:extLst>
      <p:ext uri="{BB962C8B-B14F-4D97-AF65-F5344CB8AC3E}">
        <p14:creationId xmlns:p14="http://schemas.microsoft.com/office/powerpoint/2010/main" val="193059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2026-07-21T09:07:25.3820000Z</dcterms:created>
  <dcterms:modified xsi:type="dcterms:W3CDTF">2026-07-21T09:07:25.3820000Z</dcterms:modified>
</coreProperties>
</file>